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8" r:id="rId4"/>
    <p:sldId id="260" r:id="rId5"/>
    <p:sldId id="261" r:id="rId6"/>
    <p:sldId id="262"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h Andrew" userId="3b68a172185e355e" providerId="LiveId" clId="{7F028593-6E13-440B-BFE3-56ADA5CFD771}"/>
    <pc:docChg chg="delSld">
      <pc:chgData name="Teah Andrew" userId="3b68a172185e355e" providerId="LiveId" clId="{7F028593-6E13-440B-BFE3-56ADA5CFD771}" dt="2025-11-21T15:14:59.844" v="2" actId="2696"/>
      <pc:docMkLst>
        <pc:docMk/>
      </pc:docMkLst>
      <pc:sldChg chg="del">
        <pc:chgData name="Teah Andrew" userId="3b68a172185e355e" providerId="LiveId" clId="{7F028593-6E13-440B-BFE3-56ADA5CFD771}" dt="2025-11-21T15:14:59.844" v="2" actId="2696"/>
        <pc:sldMkLst>
          <pc:docMk/>
          <pc:sldMk cId="1585916754" sldId="259"/>
        </pc:sldMkLst>
      </pc:sldChg>
      <pc:sldChg chg="del">
        <pc:chgData name="Teah Andrew" userId="3b68a172185e355e" providerId="LiveId" clId="{7F028593-6E13-440B-BFE3-56ADA5CFD771}" dt="2025-11-21T15:14:57.158" v="1" actId="2696"/>
        <pc:sldMkLst>
          <pc:docMk/>
          <pc:sldMk cId="919215932" sldId="263"/>
        </pc:sldMkLst>
      </pc:sldChg>
      <pc:sldChg chg="del">
        <pc:chgData name="Teah Andrew" userId="3b68a172185e355e" providerId="LiveId" clId="{7F028593-6E13-440B-BFE3-56ADA5CFD771}" dt="2025-11-21T15:07:15.047" v="0" actId="2696"/>
        <pc:sldMkLst>
          <pc:docMk/>
          <pc:sldMk cId="261696539" sldId="267"/>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2EB300-8AC6-4A78-AE2E-557FEBBEDE51}"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8F69A935-4D01-46D0-B39F-191B5F0C7A6E}">
      <dgm:prSet/>
      <dgm:spPr/>
      <dgm:t>
        <a:bodyPr/>
        <a:lstStyle/>
        <a:p>
          <a:r>
            <a:rPr lang="en-GB" b="1"/>
            <a:t>Short description of what CMCS does</a:t>
          </a:r>
          <a:endParaRPr lang="en-US"/>
        </a:p>
      </dgm:t>
    </dgm:pt>
    <dgm:pt modelId="{7B1B0159-3BF2-4B22-843E-79D1425BBF4F}" type="parTrans" cxnId="{EB789F3B-C032-4B27-B2FB-196E473C7F1C}">
      <dgm:prSet/>
      <dgm:spPr/>
      <dgm:t>
        <a:bodyPr/>
        <a:lstStyle/>
        <a:p>
          <a:endParaRPr lang="en-US"/>
        </a:p>
      </dgm:t>
    </dgm:pt>
    <dgm:pt modelId="{CC0714F8-7D86-44C3-85E5-D7E97411F4E0}" type="sibTrans" cxnId="{EB789F3B-C032-4B27-B2FB-196E473C7F1C}">
      <dgm:prSet/>
      <dgm:spPr/>
      <dgm:t>
        <a:bodyPr/>
        <a:lstStyle/>
        <a:p>
          <a:endParaRPr lang="en-US"/>
        </a:p>
      </dgm:t>
    </dgm:pt>
    <dgm:pt modelId="{9EF6C056-5478-4F45-8C7A-6CD3D96D3BDC}">
      <dgm:prSet/>
      <dgm:spPr/>
      <dgm:t>
        <a:bodyPr/>
        <a:lstStyle/>
        <a:p>
          <a:r>
            <a:rPr lang="en-GB"/>
            <a:t>The Contract Monthly Claim System (CMCS) is designed to help lecturers submit monthly teaching claims quickly and securely.</a:t>
          </a:r>
          <a:endParaRPr lang="en-US"/>
        </a:p>
      </dgm:t>
    </dgm:pt>
    <dgm:pt modelId="{1A41ED76-7E56-4A1A-B287-EA315C90B95E}" type="parTrans" cxnId="{4E2ED05D-54E7-44E0-8845-688F6E681BB2}">
      <dgm:prSet/>
      <dgm:spPr/>
      <dgm:t>
        <a:bodyPr/>
        <a:lstStyle/>
        <a:p>
          <a:endParaRPr lang="en-US"/>
        </a:p>
      </dgm:t>
    </dgm:pt>
    <dgm:pt modelId="{A5006BE3-C169-4C9B-A4F1-595A56349BF9}" type="sibTrans" cxnId="{4E2ED05D-54E7-44E0-8845-688F6E681BB2}">
      <dgm:prSet/>
      <dgm:spPr/>
      <dgm:t>
        <a:bodyPr/>
        <a:lstStyle/>
        <a:p>
          <a:endParaRPr lang="en-US"/>
        </a:p>
      </dgm:t>
    </dgm:pt>
    <dgm:pt modelId="{2AD5DF26-D6F0-4BDE-A673-ED8E0C515BDA}">
      <dgm:prSet/>
      <dgm:spPr/>
      <dgm:t>
        <a:bodyPr/>
        <a:lstStyle/>
        <a:p>
          <a:r>
            <a:rPr lang="en-GB"/>
            <a:t>HR can verify and manage lecturer claims.</a:t>
          </a:r>
          <a:endParaRPr lang="en-US"/>
        </a:p>
      </dgm:t>
    </dgm:pt>
    <dgm:pt modelId="{703758D5-6BB6-4F1B-9E4E-79CEB3CE4A0E}" type="parTrans" cxnId="{545CAE7B-5A43-4677-8F40-A3F5E686E75A}">
      <dgm:prSet/>
      <dgm:spPr/>
      <dgm:t>
        <a:bodyPr/>
        <a:lstStyle/>
        <a:p>
          <a:endParaRPr lang="en-US"/>
        </a:p>
      </dgm:t>
    </dgm:pt>
    <dgm:pt modelId="{4A1D5D55-D61F-4218-B940-96693AC6DE4F}" type="sibTrans" cxnId="{545CAE7B-5A43-4677-8F40-A3F5E686E75A}">
      <dgm:prSet/>
      <dgm:spPr/>
      <dgm:t>
        <a:bodyPr/>
        <a:lstStyle/>
        <a:p>
          <a:endParaRPr lang="en-US"/>
        </a:p>
      </dgm:t>
    </dgm:pt>
    <dgm:pt modelId="{250B38C1-9207-4D4A-8D9D-A92B27E751BA}">
      <dgm:prSet/>
      <dgm:spPr/>
      <dgm:t>
        <a:bodyPr/>
        <a:lstStyle/>
        <a:p>
          <a:r>
            <a:rPr lang="en-GB"/>
            <a:t>Managers can approve claims and generate official PDF reports.</a:t>
          </a:r>
          <a:endParaRPr lang="en-US"/>
        </a:p>
      </dgm:t>
    </dgm:pt>
    <dgm:pt modelId="{D97053B3-5D9A-4E4D-89A9-6C1BD0B4C8E5}" type="parTrans" cxnId="{4AF7018B-A63F-4282-9263-F9603A8F9F42}">
      <dgm:prSet/>
      <dgm:spPr/>
      <dgm:t>
        <a:bodyPr/>
        <a:lstStyle/>
        <a:p>
          <a:endParaRPr lang="en-US"/>
        </a:p>
      </dgm:t>
    </dgm:pt>
    <dgm:pt modelId="{F202D35A-BDC9-4058-A18A-EF4B3FCCE5A9}" type="sibTrans" cxnId="{4AF7018B-A63F-4282-9263-F9603A8F9F42}">
      <dgm:prSet/>
      <dgm:spPr/>
      <dgm:t>
        <a:bodyPr/>
        <a:lstStyle/>
        <a:p>
          <a:endParaRPr lang="en-US"/>
        </a:p>
      </dgm:t>
    </dgm:pt>
    <dgm:pt modelId="{8B9C1306-BEBE-4268-9B68-506D21356E69}">
      <dgm:prSet/>
      <dgm:spPr/>
      <dgm:t>
        <a:bodyPr/>
        <a:lstStyle/>
        <a:p>
          <a:r>
            <a:rPr lang="en-GB"/>
            <a:t>The system uses ASP.NET MVC, SQL Server, and secure file handling.</a:t>
          </a:r>
          <a:endParaRPr lang="en-US"/>
        </a:p>
      </dgm:t>
    </dgm:pt>
    <dgm:pt modelId="{F9282391-32E9-4B75-BCB8-3F6585198838}" type="parTrans" cxnId="{39D2093A-86F1-433C-A42C-473375A102C9}">
      <dgm:prSet/>
      <dgm:spPr/>
      <dgm:t>
        <a:bodyPr/>
        <a:lstStyle/>
        <a:p>
          <a:endParaRPr lang="en-US"/>
        </a:p>
      </dgm:t>
    </dgm:pt>
    <dgm:pt modelId="{37237254-381F-46A7-B4E5-1B5E4FA10B23}" type="sibTrans" cxnId="{39D2093A-86F1-433C-A42C-473375A102C9}">
      <dgm:prSet/>
      <dgm:spPr/>
      <dgm:t>
        <a:bodyPr/>
        <a:lstStyle/>
        <a:p>
          <a:endParaRPr lang="en-US"/>
        </a:p>
      </dgm:t>
    </dgm:pt>
    <dgm:pt modelId="{1BB02D63-2C8F-44CE-A917-86041A2A9B02}">
      <dgm:prSet/>
      <dgm:spPr/>
      <dgm:t>
        <a:bodyPr/>
        <a:lstStyle/>
        <a:p>
          <a:r>
            <a:rPr lang="en-GB" b="1"/>
            <a:t>Why the system exists</a:t>
          </a:r>
          <a:endParaRPr lang="en-US"/>
        </a:p>
      </dgm:t>
    </dgm:pt>
    <dgm:pt modelId="{2B0E8E72-C6B6-47F5-9D71-BE090A2679A8}" type="parTrans" cxnId="{0721E853-CCEA-4752-B43D-5D2BCB538F04}">
      <dgm:prSet/>
      <dgm:spPr/>
      <dgm:t>
        <a:bodyPr/>
        <a:lstStyle/>
        <a:p>
          <a:endParaRPr lang="en-US"/>
        </a:p>
      </dgm:t>
    </dgm:pt>
    <dgm:pt modelId="{585066B3-E2A3-4E1C-B480-7C6D4033DDD3}" type="sibTrans" cxnId="{0721E853-CCEA-4752-B43D-5D2BCB538F04}">
      <dgm:prSet/>
      <dgm:spPr/>
      <dgm:t>
        <a:bodyPr/>
        <a:lstStyle/>
        <a:p>
          <a:endParaRPr lang="en-US"/>
        </a:p>
      </dgm:t>
    </dgm:pt>
    <dgm:pt modelId="{63F1079C-25BB-40E8-8950-F0EF5DB7D70D}">
      <dgm:prSet/>
      <dgm:spPr/>
      <dgm:t>
        <a:bodyPr/>
        <a:lstStyle/>
        <a:p>
          <a:r>
            <a:rPr lang="en-GB"/>
            <a:t>The system was developed to streamline and secure the lecturer claim submission and approval workflow.”</a:t>
          </a:r>
          <a:endParaRPr lang="en-US"/>
        </a:p>
      </dgm:t>
    </dgm:pt>
    <dgm:pt modelId="{18799803-D509-4D34-86B7-55A65C86CBE3}" type="parTrans" cxnId="{89670E42-D3A6-4184-870B-1A20F8F8ACCF}">
      <dgm:prSet/>
      <dgm:spPr/>
      <dgm:t>
        <a:bodyPr/>
        <a:lstStyle/>
        <a:p>
          <a:endParaRPr lang="en-US"/>
        </a:p>
      </dgm:t>
    </dgm:pt>
    <dgm:pt modelId="{43AF0986-113A-4676-841C-A34DDD4C1618}" type="sibTrans" cxnId="{89670E42-D3A6-4184-870B-1A20F8F8ACCF}">
      <dgm:prSet/>
      <dgm:spPr/>
      <dgm:t>
        <a:bodyPr/>
        <a:lstStyle/>
        <a:p>
          <a:endParaRPr lang="en-US"/>
        </a:p>
      </dgm:t>
    </dgm:pt>
    <dgm:pt modelId="{36F73D90-BE36-4EFA-BD2C-D09C9FD82CBF}" type="pres">
      <dgm:prSet presAssocID="{562EB300-8AC6-4A78-AE2E-557FEBBEDE51}" presName="root" presStyleCnt="0">
        <dgm:presLayoutVars>
          <dgm:dir/>
          <dgm:resizeHandles val="exact"/>
        </dgm:presLayoutVars>
      </dgm:prSet>
      <dgm:spPr/>
    </dgm:pt>
    <dgm:pt modelId="{7FB55914-3C0C-41A3-9ACC-1B7806BA5573}" type="pres">
      <dgm:prSet presAssocID="{8F69A935-4D01-46D0-B39F-191B5F0C7A6E}" presName="compNode" presStyleCnt="0"/>
      <dgm:spPr/>
    </dgm:pt>
    <dgm:pt modelId="{D75A18EC-8077-4CBE-BBB2-C2EF7A86E99C}" type="pres">
      <dgm:prSet presAssocID="{8F69A935-4D01-46D0-B39F-191B5F0C7A6E}" presName="bgRect" presStyleLbl="bgShp" presStyleIdx="0" presStyleCnt="7"/>
      <dgm:spPr/>
    </dgm:pt>
    <dgm:pt modelId="{F5D8298C-8DC4-451B-8846-9026E0DB6CFF}" type="pres">
      <dgm:prSet presAssocID="{8F69A935-4D01-46D0-B39F-191B5F0C7A6E}"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32CF881-B73A-4BBD-BE5E-F8A1A4C4F0AB}" type="pres">
      <dgm:prSet presAssocID="{8F69A935-4D01-46D0-B39F-191B5F0C7A6E}" presName="spaceRect" presStyleCnt="0"/>
      <dgm:spPr/>
    </dgm:pt>
    <dgm:pt modelId="{D0F43C21-7535-4672-8639-2BB42753A5A8}" type="pres">
      <dgm:prSet presAssocID="{8F69A935-4D01-46D0-B39F-191B5F0C7A6E}" presName="parTx" presStyleLbl="revTx" presStyleIdx="0" presStyleCnt="7">
        <dgm:presLayoutVars>
          <dgm:chMax val="0"/>
          <dgm:chPref val="0"/>
        </dgm:presLayoutVars>
      </dgm:prSet>
      <dgm:spPr/>
    </dgm:pt>
    <dgm:pt modelId="{3BA2E32B-67DA-4730-87AE-74BC6BC2FC66}" type="pres">
      <dgm:prSet presAssocID="{CC0714F8-7D86-44C3-85E5-D7E97411F4E0}" presName="sibTrans" presStyleCnt="0"/>
      <dgm:spPr/>
    </dgm:pt>
    <dgm:pt modelId="{38B382D7-1C18-4432-8BC2-266395B0565D}" type="pres">
      <dgm:prSet presAssocID="{9EF6C056-5478-4F45-8C7A-6CD3D96D3BDC}" presName="compNode" presStyleCnt="0"/>
      <dgm:spPr/>
    </dgm:pt>
    <dgm:pt modelId="{A3CCE647-C60F-43C9-85E6-738148CF1679}" type="pres">
      <dgm:prSet presAssocID="{9EF6C056-5478-4F45-8C7A-6CD3D96D3BDC}" presName="bgRect" presStyleLbl="bgShp" presStyleIdx="1" presStyleCnt="7"/>
      <dgm:spPr/>
    </dgm:pt>
    <dgm:pt modelId="{BD8E88FA-DCD5-46E9-A22F-0EF3815CEF3B}" type="pres">
      <dgm:prSet presAssocID="{9EF6C056-5478-4F45-8C7A-6CD3D96D3BD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29CFB62F-50A9-4CE4-992E-6CB2B1C0B9D6}" type="pres">
      <dgm:prSet presAssocID="{9EF6C056-5478-4F45-8C7A-6CD3D96D3BDC}" presName="spaceRect" presStyleCnt="0"/>
      <dgm:spPr/>
    </dgm:pt>
    <dgm:pt modelId="{C92E1604-D94A-4AB1-8EBE-C997EBAC6768}" type="pres">
      <dgm:prSet presAssocID="{9EF6C056-5478-4F45-8C7A-6CD3D96D3BDC}" presName="parTx" presStyleLbl="revTx" presStyleIdx="1" presStyleCnt="7">
        <dgm:presLayoutVars>
          <dgm:chMax val="0"/>
          <dgm:chPref val="0"/>
        </dgm:presLayoutVars>
      </dgm:prSet>
      <dgm:spPr/>
    </dgm:pt>
    <dgm:pt modelId="{0F709490-A61D-4D0F-91D1-05105719E293}" type="pres">
      <dgm:prSet presAssocID="{A5006BE3-C169-4C9B-A4F1-595A56349BF9}" presName="sibTrans" presStyleCnt="0"/>
      <dgm:spPr/>
    </dgm:pt>
    <dgm:pt modelId="{43E36BAB-2E4B-4FBF-97E3-8F2EB6D52325}" type="pres">
      <dgm:prSet presAssocID="{2AD5DF26-D6F0-4BDE-A673-ED8E0C515BDA}" presName="compNode" presStyleCnt="0"/>
      <dgm:spPr/>
    </dgm:pt>
    <dgm:pt modelId="{6B214A54-E651-4F9D-9327-5C223DAC305C}" type="pres">
      <dgm:prSet presAssocID="{2AD5DF26-D6F0-4BDE-A673-ED8E0C515BDA}" presName="bgRect" presStyleLbl="bgShp" presStyleIdx="2" presStyleCnt="7"/>
      <dgm:spPr/>
    </dgm:pt>
    <dgm:pt modelId="{147820D9-F545-4F4D-920F-ABA50430D7D7}" type="pres">
      <dgm:prSet presAssocID="{2AD5DF26-D6F0-4BDE-A673-ED8E0C515BD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EC802058-E325-408C-BB5F-B7D5424D6A85}" type="pres">
      <dgm:prSet presAssocID="{2AD5DF26-D6F0-4BDE-A673-ED8E0C515BDA}" presName="spaceRect" presStyleCnt="0"/>
      <dgm:spPr/>
    </dgm:pt>
    <dgm:pt modelId="{AB9F50E0-0CB4-49BA-8973-0F018B254CD6}" type="pres">
      <dgm:prSet presAssocID="{2AD5DF26-D6F0-4BDE-A673-ED8E0C515BDA}" presName="parTx" presStyleLbl="revTx" presStyleIdx="2" presStyleCnt="7">
        <dgm:presLayoutVars>
          <dgm:chMax val="0"/>
          <dgm:chPref val="0"/>
        </dgm:presLayoutVars>
      </dgm:prSet>
      <dgm:spPr/>
    </dgm:pt>
    <dgm:pt modelId="{F7DB3073-AD26-4803-AF11-F4395E6571EC}" type="pres">
      <dgm:prSet presAssocID="{4A1D5D55-D61F-4218-B940-96693AC6DE4F}" presName="sibTrans" presStyleCnt="0"/>
      <dgm:spPr/>
    </dgm:pt>
    <dgm:pt modelId="{3C57CC7B-F410-4AC8-B3E7-0D3C0BF203A8}" type="pres">
      <dgm:prSet presAssocID="{250B38C1-9207-4D4A-8D9D-A92B27E751BA}" presName="compNode" presStyleCnt="0"/>
      <dgm:spPr/>
    </dgm:pt>
    <dgm:pt modelId="{57536153-0AB0-4B1F-BB89-CCDC258C9F28}" type="pres">
      <dgm:prSet presAssocID="{250B38C1-9207-4D4A-8D9D-A92B27E751BA}" presName="bgRect" presStyleLbl="bgShp" presStyleIdx="3" presStyleCnt="7"/>
      <dgm:spPr/>
    </dgm:pt>
    <dgm:pt modelId="{4F8478C1-A6DE-44FB-9624-5CCBD9A47F3D}" type="pres">
      <dgm:prSet presAssocID="{250B38C1-9207-4D4A-8D9D-A92B27E751BA}"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8494465C-EFAD-46A1-947D-0C989A5BF245}" type="pres">
      <dgm:prSet presAssocID="{250B38C1-9207-4D4A-8D9D-A92B27E751BA}" presName="spaceRect" presStyleCnt="0"/>
      <dgm:spPr/>
    </dgm:pt>
    <dgm:pt modelId="{B038E960-F15A-42EA-8178-8D867D1CB5B5}" type="pres">
      <dgm:prSet presAssocID="{250B38C1-9207-4D4A-8D9D-A92B27E751BA}" presName="parTx" presStyleLbl="revTx" presStyleIdx="3" presStyleCnt="7">
        <dgm:presLayoutVars>
          <dgm:chMax val="0"/>
          <dgm:chPref val="0"/>
        </dgm:presLayoutVars>
      </dgm:prSet>
      <dgm:spPr/>
    </dgm:pt>
    <dgm:pt modelId="{DA4BF074-924D-4955-9129-9B484AF5CF44}" type="pres">
      <dgm:prSet presAssocID="{F202D35A-BDC9-4058-A18A-EF4B3FCCE5A9}" presName="sibTrans" presStyleCnt="0"/>
      <dgm:spPr/>
    </dgm:pt>
    <dgm:pt modelId="{0EDDFA9B-24FF-4501-B6E4-92A9399E8F79}" type="pres">
      <dgm:prSet presAssocID="{8B9C1306-BEBE-4268-9B68-506D21356E69}" presName="compNode" presStyleCnt="0"/>
      <dgm:spPr/>
    </dgm:pt>
    <dgm:pt modelId="{8CDD0C1E-8B53-4923-A303-0DD23EF78303}" type="pres">
      <dgm:prSet presAssocID="{8B9C1306-BEBE-4268-9B68-506D21356E69}" presName="bgRect" presStyleLbl="bgShp" presStyleIdx="4" presStyleCnt="7"/>
      <dgm:spPr/>
    </dgm:pt>
    <dgm:pt modelId="{D060C743-A4FC-43AF-AFB9-E948A4A4033C}" type="pres">
      <dgm:prSet presAssocID="{8B9C1306-BEBE-4268-9B68-506D21356E69}"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84EB5D0B-054E-4DA7-87D8-2AAADB3E84AC}" type="pres">
      <dgm:prSet presAssocID="{8B9C1306-BEBE-4268-9B68-506D21356E69}" presName="spaceRect" presStyleCnt="0"/>
      <dgm:spPr/>
    </dgm:pt>
    <dgm:pt modelId="{927A59FE-4671-49C7-B177-05B027D80019}" type="pres">
      <dgm:prSet presAssocID="{8B9C1306-BEBE-4268-9B68-506D21356E69}" presName="parTx" presStyleLbl="revTx" presStyleIdx="4" presStyleCnt="7">
        <dgm:presLayoutVars>
          <dgm:chMax val="0"/>
          <dgm:chPref val="0"/>
        </dgm:presLayoutVars>
      </dgm:prSet>
      <dgm:spPr/>
    </dgm:pt>
    <dgm:pt modelId="{91C44655-5379-41A6-9815-5381250C4ED2}" type="pres">
      <dgm:prSet presAssocID="{37237254-381F-46A7-B4E5-1B5E4FA10B23}" presName="sibTrans" presStyleCnt="0"/>
      <dgm:spPr/>
    </dgm:pt>
    <dgm:pt modelId="{2EA8753E-FA62-4533-ABC8-0DD9470FA56F}" type="pres">
      <dgm:prSet presAssocID="{1BB02D63-2C8F-44CE-A917-86041A2A9B02}" presName="compNode" presStyleCnt="0"/>
      <dgm:spPr/>
    </dgm:pt>
    <dgm:pt modelId="{7E0DA244-A46F-4204-A9C6-A6EAAE46B2C4}" type="pres">
      <dgm:prSet presAssocID="{1BB02D63-2C8F-44CE-A917-86041A2A9B02}" presName="bgRect" presStyleLbl="bgShp" presStyleIdx="5" presStyleCnt="7"/>
      <dgm:spPr/>
    </dgm:pt>
    <dgm:pt modelId="{2AF6AE80-4AC6-498F-AF01-5F7E6ED37BA0}" type="pres">
      <dgm:prSet presAssocID="{1BB02D63-2C8F-44CE-A917-86041A2A9B0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omputer"/>
        </a:ext>
      </dgm:extLst>
    </dgm:pt>
    <dgm:pt modelId="{1D8ED1B1-C60A-4F8C-A677-57FDE0F3D7DE}" type="pres">
      <dgm:prSet presAssocID="{1BB02D63-2C8F-44CE-A917-86041A2A9B02}" presName="spaceRect" presStyleCnt="0"/>
      <dgm:spPr/>
    </dgm:pt>
    <dgm:pt modelId="{8A9E6A92-2E81-48E1-9315-D17A3CA9D307}" type="pres">
      <dgm:prSet presAssocID="{1BB02D63-2C8F-44CE-A917-86041A2A9B02}" presName="parTx" presStyleLbl="revTx" presStyleIdx="5" presStyleCnt="7">
        <dgm:presLayoutVars>
          <dgm:chMax val="0"/>
          <dgm:chPref val="0"/>
        </dgm:presLayoutVars>
      </dgm:prSet>
      <dgm:spPr/>
    </dgm:pt>
    <dgm:pt modelId="{B97D825F-0196-450C-9097-D9640443C893}" type="pres">
      <dgm:prSet presAssocID="{585066B3-E2A3-4E1C-B480-7C6D4033DDD3}" presName="sibTrans" presStyleCnt="0"/>
      <dgm:spPr/>
    </dgm:pt>
    <dgm:pt modelId="{4B2E8788-CA25-460B-97FE-B26C4D573537}" type="pres">
      <dgm:prSet presAssocID="{63F1079C-25BB-40E8-8950-F0EF5DB7D70D}" presName="compNode" presStyleCnt="0"/>
      <dgm:spPr/>
    </dgm:pt>
    <dgm:pt modelId="{C6538158-EBDE-4AF1-85B9-D7C7C1B66F32}" type="pres">
      <dgm:prSet presAssocID="{63F1079C-25BB-40E8-8950-F0EF5DB7D70D}" presName="bgRect" presStyleLbl="bgShp" presStyleIdx="6" presStyleCnt="7"/>
      <dgm:spPr/>
    </dgm:pt>
    <dgm:pt modelId="{D39A4F5C-2EFB-45DC-B06F-545618E89722}" type="pres">
      <dgm:prSet presAssocID="{63F1079C-25BB-40E8-8950-F0EF5DB7D70D}"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lowchart"/>
        </a:ext>
      </dgm:extLst>
    </dgm:pt>
    <dgm:pt modelId="{4F67E979-BEC5-4F74-A9A2-C5679995F019}" type="pres">
      <dgm:prSet presAssocID="{63F1079C-25BB-40E8-8950-F0EF5DB7D70D}" presName="spaceRect" presStyleCnt="0"/>
      <dgm:spPr/>
    </dgm:pt>
    <dgm:pt modelId="{6E36958F-6E73-4158-ADE1-858F8AAB7062}" type="pres">
      <dgm:prSet presAssocID="{63F1079C-25BB-40E8-8950-F0EF5DB7D70D}" presName="parTx" presStyleLbl="revTx" presStyleIdx="6" presStyleCnt="7">
        <dgm:presLayoutVars>
          <dgm:chMax val="0"/>
          <dgm:chPref val="0"/>
        </dgm:presLayoutVars>
      </dgm:prSet>
      <dgm:spPr/>
    </dgm:pt>
  </dgm:ptLst>
  <dgm:cxnLst>
    <dgm:cxn modelId="{39D2093A-86F1-433C-A42C-473375A102C9}" srcId="{562EB300-8AC6-4A78-AE2E-557FEBBEDE51}" destId="{8B9C1306-BEBE-4268-9B68-506D21356E69}" srcOrd="4" destOrd="0" parTransId="{F9282391-32E9-4B75-BCB8-3F6585198838}" sibTransId="{37237254-381F-46A7-B4E5-1B5E4FA10B23}"/>
    <dgm:cxn modelId="{EB789F3B-C032-4B27-B2FB-196E473C7F1C}" srcId="{562EB300-8AC6-4A78-AE2E-557FEBBEDE51}" destId="{8F69A935-4D01-46D0-B39F-191B5F0C7A6E}" srcOrd="0" destOrd="0" parTransId="{7B1B0159-3BF2-4B22-843E-79D1425BBF4F}" sibTransId="{CC0714F8-7D86-44C3-85E5-D7E97411F4E0}"/>
    <dgm:cxn modelId="{1DADB33E-BE59-4CD6-B2F6-BFE65165F7AA}" type="presOf" srcId="{63F1079C-25BB-40E8-8950-F0EF5DB7D70D}" destId="{6E36958F-6E73-4158-ADE1-858F8AAB7062}" srcOrd="0" destOrd="0" presId="urn:microsoft.com/office/officeart/2018/2/layout/IconVerticalSolidList"/>
    <dgm:cxn modelId="{4E2ED05D-54E7-44E0-8845-688F6E681BB2}" srcId="{562EB300-8AC6-4A78-AE2E-557FEBBEDE51}" destId="{9EF6C056-5478-4F45-8C7A-6CD3D96D3BDC}" srcOrd="1" destOrd="0" parTransId="{1A41ED76-7E56-4A1A-B287-EA315C90B95E}" sibTransId="{A5006BE3-C169-4C9B-A4F1-595A56349BF9}"/>
    <dgm:cxn modelId="{DADAB85F-F7E6-4544-9728-62DA418BC679}" type="presOf" srcId="{9EF6C056-5478-4F45-8C7A-6CD3D96D3BDC}" destId="{C92E1604-D94A-4AB1-8EBE-C997EBAC6768}" srcOrd="0" destOrd="0" presId="urn:microsoft.com/office/officeart/2018/2/layout/IconVerticalSolidList"/>
    <dgm:cxn modelId="{89670E42-D3A6-4184-870B-1A20F8F8ACCF}" srcId="{562EB300-8AC6-4A78-AE2E-557FEBBEDE51}" destId="{63F1079C-25BB-40E8-8950-F0EF5DB7D70D}" srcOrd="6" destOrd="0" parTransId="{18799803-D509-4D34-86B7-55A65C86CBE3}" sibTransId="{43AF0986-113A-4676-841C-A34DDD4C1618}"/>
    <dgm:cxn modelId="{0721E853-CCEA-4752-B43D-5D2BCB538F04}" srcId="{562EB300-8AC6-4A78-AE2E-557FEBBEDE51}" destId="{1BB02D63-2C8F-44CE-A917-86041A2A9B02}" srcOrd="5" destOrd="0" parTransId="{2B0E8E72-C6B6-47F5-9D71-BE090A2679A8}" sibTransId="{585066B3-E2A3-4E1C-B480-7C6D4033DDD3}"/>
    <dgm:cxn modelId="{545CAE7B-5A43-4677-8F40-A3F5E686E75A}" srcId="{562EB300-8AC6-4A78-AE2E-557FEBBEDE51}" destId="{2AD5DF26-D6F0-4BDE-A673-ED8E0C515BDA}" srcOrd="2" destOrd="0" parTransId="{703758D5-6BB6-4F1B-9E4E-79CEB3CE4A0E}" sibTransId="{4A1D5D55-D61F-4218-B940-96693AC6DE4F}"/>
    <dgm:cxn modelId="{4AF7018B-A63F-4282-9263-F9603A8F9F42}" srcId="{562EB300-8AC6-4A78-AE2E-557FEBBEDE51}" destId="{250B38C1-9207-4D4A-8D9D-A92B27E751BA}" srcOrd="3" destOrd="0" parTransId="{D97053B3-5D9A-4E4D-89A9-6C1BD0B4C8E5}" sibTransId="{F202D35A-BDC9-4058-A18A-EF4B3FCCE5A9}"/>
    <dgm:cxn modelId="{AEBB9D91-6E05-4B88-A5BC-E1B40E764EC7}" type="presOf" srcId="{2AD5DF26-D6F0-4BDE-A673-ED8E0C515BDA}" destId="{AB9F50E0-0CB4-49BA-8973-0F018B254CD6}" srcOrd="0" destOrd="0" presId="urn:microsoft.com/office/officeart/2018/2/layout/IconVerticalSolidList"/>
    <dgm:cxn modelId="{E732439E-3637-4FEA-A3D5-E6EE885BA911}" type="presOf" srcId="{1BB02D63-2C8F-44CE-A917-86041A2A9B02}" destId="{8A9E6A92-2E81-48E1-9315-D17A3CA9D307}" srcOrd="0" destOrd="0" presId="urn:microsoft.com/office/officeart/2018/2/layout/IconVerticalSolidList"/>
    <dgm:cxn modelId="{F0FFA0A1-044E-49DC-B0DB-630A40E43155}" type="presOf" srcId="{562EB300-8AC6-4A78-AE2E-557FEBBEDE51}" destId="{36F73D90-BE36-4EFA-BD2C-D09C9FD82CBF}" srcOrd="0" destOrd="0" presId="urn:microsoft.com/office/officeart/2018/2/layout/IconVerticalSolidList"/>
    <dgm:cxn modelId="{FBAD44BB-0962-4A95-98AC-B47B075A42B0}" type="presOf" srcId="{250B38C1-9207-4D4A-8D9D-A92B27E751BA}" destId="{B038E960-F15A-42EA-8178-8D867D1CB5B5}" srcOrd="0" destOrd="0" presId="urn:microsoft.com/office/officeart/2018/2/layout/IconVerticalSolidList"/>
    <dgm:cxn modelId="{BF9DF9BE-B8B3-438A-9E17-B0DA85AC3060}" type="presOf" srcId="{8B9C1306-BEBE-4268-9B68-506D21356E69}" destId="{927A59FE-4671-49C7-B177-05B027D80019}" srcOrd="0" destOrd="0" presId="urn:microsoft.com/office/officeart/2018/2/layout/IconVerticalSolidList"/>
    <dgm:cxn modelId="{CF82EFD2-3900-4BFD-BC88-87CA67AB7218}" type="presOf" srcId="{8F69A935-4D01-46D0-B39F-191B5F0C7A6E}" destId="{D0F43C21-7535-4672-8639-2BB42753A5A8}" srcOrd="0" destOrd="0" presId="urn:microsoft.com/office/officeart/2018/2/layout/IconVerticalSolidList"/>
    <dgm:cxn modelId="{688A5323-D087-4074-B1F2-36FAA339424F}" type="presParOf" srcId="{36F73D90-BE36-4EFA-BD2C-D09C9FD82CBF}" destId="{7FB55914-3C0C-41A3-9ACC-1B7806BA5573}" srcOrd="0" destOrd="0" presId="urn:microsoft.com/office/officeart/2018/2/layout/IconVerticalSolidList"/>
    <dgm:cxn modelId="{04D8CD3C-FE06-47E1-A82B-ABB27444E964}" type="presParOf" srcId="{7FB55914-3C0C-41A3-9ACC-1B7806BA5573}" destId="{D75A18EC-8077-4CBE-BBB2-C2EF7A86E99C}" srcOrd="0" destOrd="0" presId="urn:microsoft.com/office/officeart/2018/2/layout/IconVerticalSolidList"/>
    <dgm:cxn modelId="{636A2766-05A1-4BC6-B7EF-F0751067FC17}" type="presParOf" srcId="{7FB55914-3C0C-41A3-9ACC-1B7806BA5573}" destId="{F5D8298C-8DC4-451B-8846-9026E0DB6CFF}" srcOrd="1" destOrd="0" presId="urn:microsoft.com/office/officeart/2018/2/layout/IconVerticalSolidList"/>
    <dgm:cxn modelId="{7051F4B3-4391-4795-B58C-F6BB3D2AEEAC}" type="presParOf" srcId="{7FB55914-3C0C-41A3-9ACC-1B7806BA5573}" destId="{B32CF881-B73A-4BBD-BE5E-F8A1A4C4F0AB}" srcOrd="2" destOrd="0" presId="urn:microsoft.com/office/officeart/2018/2/layout/IconVerticalSolidList"/>
    <dgm:cxn modelId="{CCB2A987-1A84-4FF4-B554-5E3641198E5B}" type="presParOf" srcId="{7FB55914-3C0C-41A3-9ACC-1B7806BA5573}" destId="{D0F43C21-7535-4672-8639-2BB42753A5A8}" srcOrd="3" destOrd="0" presId="urn:microsoft.com/office/officeart/2018/2/layout/IconVerticalSolidList"/>
    <dgm:cxn modelId="{C9BE8223-F810-4EEE-8B63-172285E23197}" type="presParOf" srcId="{36F73D90-BE36-4EFA-BD2C-D09C9FD82CBF}" destId="{3BA2E32B-67DA-4730-87AE-74BC6BC2FC66}" srcOrd="1" destOrd="0" presId="urn:microsoft.com/office/officeart/2018/2/layout/IconVerticalSolidList"/>
    <dgm:cxn modelId="{7708BB3E-7DB6-4BCC-ACCD-03B5D8E523E6}" type="presParOf" srcId="{36F73D90-BE36-4EFA-BD2C-D09C9FD82CBF}" destId="{38B382D7-1C18-4432-8BC2-266395B0565D}" srcOrd="2" destOrd="0" presId="urn:microsoft.com/office/officeart/2018/2/layout/IconVerticalSolidList"/>
    <dgm:cxn modelId="{1D315BAF-8202-4439-9AF0-BAA0E1732215}" type="presParOf" srcId="{38B382D7-1C18-4432-8BC2-266395B0565D}" destId="{A3CCE647-C60F-43C9-85E6-738148CF1679}" srcOrd="0" destOrd="0" presId="urn:microsoft.com/office/officeart/2018/2/layout/IconVerticalSolidList"/>
    <dgm:cxn modelId="{3B6E445F-A97A-497B-8B1A-489DD573F68D}" type="presParOf" srcId="{38B382D7-1C18-4432-8BC2-266395B0565D}" destId="{BD8E88FA-DCD5-46E9-A22F-0EF3815CEF3B}" srcOrd="1" destOrd="0" presId="urn:microsoft.com/office/officeart/2018/2/layout/IconVerticalSolidList"/>
    <dgm:cxn modelId="{6B2ED40F-1CFB-46CA-BACF-B13D82E63EC6}" type="presParOf" srcId="{38B382D7-1C18-4432-8BC2-266395B0565D}" destId="{29CFB62F-50A9-4CE4-992E-6CB2B1C0B9D6}" srcOrd="2" destOrd="0" presId="urn:microsoft.com/office/officeart/2018/2/layout/IconVerticalSolidList"/>
    <dgm:cxn modelId="{8B746CD6-5E01-4A14-B1C2-7820A63DB90A}" type="presParOf" srcId="{38B382D7-1C18-4432-8BC2-266395B0565D}" destId="{C92E1604-D94A-4AB1-8EBE-C997EBAC6768}" srcOrd="3" destOrd="0" presId="urn:microsoft.com/office/officeart/2018/2/layout/IconVerticalSolidList"/>
    <dgm:cxn modelId="{4516B50F-6118-45EB-B1A0-CEBFD345C850}" type="presParOf" srcId="{36F73D90-BE36-4EFA-BD2C-D09C9FD82CBF}" destId="{0F709490-A61D-4D0F-91D1-05105719E293}" srcOrd="3" destOrd="0" presId="urn:microsoft.com/office/officeart/2018/2/layout/IconVerticalSolidList"/>
    <dgm:cxn modelId="{6E1FA49A-1290-4C13-A192-CDC75E17CB17}" type="presParOf" srcId="{36F73D90-BE36-4EFA-BD2C-D09C9FD82CBF}" destId="{43E36BAB-2E4B-4FBF-97E3-8F2EB6D52325}" srcOrd="4" destOrd="0" presId="urn:microsoft.com/office/officeart/2018/2/layout/IconVerticalSolidList"/>
    <dgm:cxn modelId="{48CE4ABD-D2AE-4BC2-9D68-2F3896FB3343}" type="presParOf" srcId="{43E36BAB-2E4B-4FBF-97E3-8F2EB6D52325}" destId="{6B214A54-E651-4F9D-9327-5C223DAC305C}" srcOrd="0" destOrd="0" presId="urn:microsoft.com/office/officeart/2018/2/layout/IconVerticalSolidList"/>
    <dgm:cxn modelId="{3A3A0C16-14D9-4455-8627-C84ECB6965EB}" type="presParOf" srcId="{43E36BAB-2E4B-4FBF-97E3-8F2EB6D52325}" destId="{147820D9-F545-4F4D-920F-ABA50430D7D7}" srcOrd="1" destOrd="0" presId="urn:microsoft.com/office/officeart/2018/2/layout/IconVerticalSolidList"/>
    <dgm:cxn modelId="{3EEB4520-CA4F-498D-B73F-8CFABD805712}" type="presParOf" srcId="{43E36BAB-2E4B-4FBF-97E3-8F2EB6D52325}" destId="{EC802058-E325-408C-BB5F-B7D5424D6A85}" srcOrd="2" destOrd="0" presId="urn:microsoft.com/office/officeart/2018/2/layout/IconVerticalSolidList"/>
    <dgm:cxn modelId="{F70F5F4E-C23B-43D9-ADA7-63E001D39439}" type="presParOf" srcId="{43E36BAB-2E4B-4FBF-97E3-8F2EB6D52325}" destId="{AB9F50E0-0CB4-49BA-8973-0F018B254CD6}" srcOrd="3" destOrd="0" presId="urn:microsoft.com/office/officeart/2018/2/layout/IconVerticalSolidList"/>
    <dgm:cxn modelId="{4063D795-1418-477C-A79A-388DA9ECC461}" type="presParOf" srcId="{36F73D90-BE36-4EFA-BD2C-D09C9FD82CBF}" destId="{F7DB3073-AD26-4803-AF11-F4395E6571EC}" srcOrd="5" destOrd="0" presId="urn:microsoft.com/office/officeart/2018/2/layout/IconVerticalSolidList"/>
    <dgm:cxn modelId="{316ACFD9-C00F-464B-8D17-FBEB1B66BCCB}" type="presParOf" srcId="{36F73D90-BE36-4EFA-BD2C-D09C9FD82CBF}" destId="{3C57CC7B-F410-4AC8-B3E7-0D3C0BF203A8}" srcOrd="6" destOrd="0" presId="urn:microsoft.com/office/officeart/2018/2/layout/IconVerticalSolidList"/>
    <dgm:cxn modelId="{A1EEB5A2-8D02-4262-980C-E8A5B966AC9E}" type="presParOf" srcId="{3C57CC7B-F410-4AC8-B3E7-0D3C0BF203A8}" destId="{57536153-0AB0-4B1F-BB89-CCDC258C9F28}" srcOrd="0" destOrd="0" presId="urn:microsoft.com/office/officeart/2018/2/layout/IconVerticalSolidList"/>
    <dgm:cxn modelId="{E50A1697-0ABB-4865-B000-7595816806F6}" type="presParOf" srcId="{3C57CC7B-F410-4AC8-B3E7-0D3C0BF203A8}" destId="{4F8478C1-A6DE-44FB-9624-5CCBD9A47F3D}" srcOrd="1" destOrd="0" presId="urn:microsoft.com/office/officeart/2018/2/layout/IconVerticalSolidList"/>
    <dgm:cxn modelId="{E8A3654C-F713-4F3F-8838-6CAAE952C514}" type="presParOf" srcId="{3C57CC7B-F410-4AC8-B3E7-0D3C0BF203A8}" destId="{8494465C-EFAD-46A1-947D-0C989A5BF245}" srcOrd="2" destOrd="0" presId="urn:microsoft.com/office/officeart/2018/2/layout/IconVerticalSolidList"/>
    <dgm:cxn modelId="{D574DE4E-7DA2-49C8-931A-7D86466F9329}" type="presParOf" srcId="{3C57CC7B-F410-4AC8-B3E7-0D3C0BF203A8}" destId="{B038E960-F15A-42EA-8178-8D867D1CB5B5}" srcOrd="3" destOrd="0" presId="urn:microsoft.com/office/officeart/2018/2/layout/IconVerticalSolidList"/>
    <dgm:cxn modelId="{5E761E86-CAD8-4C71-8149-B07E4DD14DF5}" type="presParOf" srcId="{36F73D90-BE36-4EFA-BD2C-D09C9FD82CBF}" destId="{DA4BF074-924D-4955-9129-9B484AF5CF44}" srcOrd="7" destOrd="0" presId="urn:microsoft.com/office/officeart/2018/2/layout/IconVerticalSolidList"/>
    <dgm:cxn modelId="{EEDBB2D8-EC22-4406-A9B4-7B72197ACE02}" type="presParOf" srcId="{36F73D90-BE36-4EFA-BD2C-D09C9FD82CBF}" destId="{0EDDFA9B-24FF-4501-B6E4-92A9399E8F79}" srcOrd="8" destOrd="0" presId="urn:microsoft.com/office/officeart/2018/2/layout/IconVerticalSolidList"/>
    <dgm:cxn modelId="{8EB670D1-EA43-4500-84AB-9A5B4C90FB0F}" type="presParOf" srcId="{0EDDFA9B-24FF-4501-B6E4-92A9399E8F79}" destId="{8CDD0C1E-8B53-4923-A303-0DD23EF78303}" srcOrd="0" destOrd="0" presId="urn:microsoft.com/office/officeart/2018/2/layout/IconVerticalSolidList"/>
    <dgm:cxn modelId="{A4412A2D-0210-4F0A-B129-994BFC725A3E}" type="presParOf" srcId="{0EDDFA9B-24FF-4501-B6E4-92A9399E8F79}" destId="{D060C743-A4FC-43AF-AFB9-E948A4A4033C}" srcOrd="1" destOrd="0" presId="urn:microsoft.com/office/officeart/2018/2/layout/IconVerticalSolidList"/>
    <dgm:cxn modelId="{BD37F88C-0016-41D8-878A-307BC04CCB0A}" type="presParOf" srcId="{0EDDFA9B-24FF-4501-B6E4-92A9399E8F79}" destId="{84EB5D0B-054E-4DA7-87D8-2AAADB3E84AC}" srcOrd="2" destOrd="0" presId="urn:microsoft.com/office/officeart/2018/2/layout/IconVerticalSolidList"/>
    <dgm:cxn modelId="{11A623BB-8196-4310-8391-980651D4629D}" type="presParOf" srcId="{0EDDFA9B-24FF-4501-B6E4-92A9399E8F79}" destId="{927A59FE-4671-49C7-B177-05B027D80019}" srcOrd="3" destOrd="0" presId="urn:microsoft.com/office/officeart/2018/2/layout/IconVerticalSolidList"/>
    <dgm:cxn modelId="{A0517F73-F3E1-494D-A529-CE8F37E3E8F2}" type="presParOf" srcId="{36F73D90-BE36-4EFA-BD2C-D09C9FD82CBF}" destId="{91C44655-5379-41A6-9815-5381250C4ED2}" srcOrd="9" destOrd="0" presId="urn:microsoft.com/office/officeart/2018/2/layout/IconVerticalSolidList"/>
    <dgm:cxn modelId="{06EC0EAE-5311-4043-B8A2-1C395D857629}" type="presParOf" srcId="{36F73D90-BE36-4EFA-BD2C-D09C9FD82CBF}" destId="{2EA8753E-FA62-4533-ABC8-0DD9470FA56F}" srcOrd="10" destOrd="0" presId="urn:microsoft.com/office/officeart/2018/2/layout/IconVerticalSolidList"/>
    <dgm:cxn modelId="{88933E91-1197-4AFE-9D2E-FC4D92897B37}" type="presParOf" srcId="{2EA8753E-FA62-4533-ABC8-0DD9470FA56F}" destId="{7E0DA244-A46F-4204-A9C6-A6EAAE46B2C4}" srcOrd="0" destOrd="0" presId="urn:microsoft.com/office/officeart/2018/2/layout/IconVerticalSolidList"/>
    <dgm:cxn modelId="{A84F2D53-2791-4B63-85D4-B11EF1AD58BE}" type="presParOf" srcId="{2EA8753E-FA62-4533-ABC8-0DD9470FA56F}" destId="{2AF6AE80-4AC6-498F-AF01-5F7E6ED37BA0}" srcOrd="1" destOrd="0" presId="urn:microsoft.com/office/officeart/2018/2/layout/IconVerticalSolidList"/>
    <dgm:cxn modelId="{D649CC9E-1914-480D-8234-A949DF4CF536}" type="presParOf" srcId="{2EA8753E-FA62-4533-ABC8-0DD9470FA56F}" destId="{1D8ED1B1-C60A-4F8C-A677-57FDE0F3D7DE}" srcOrd="2" destOrd="0" presId="urn:microsoft.com/office/officeart/2018/2/layout/IconVerticalSolidList"/>
    <dgm:cxn modelId="{29217B8A-91A2-4DE5-A9D2-CF1225A2684B}" type="presParOf" srcId="{2EA8753E-FA62-4533-ABC8-0DD9470FA56F}" destId="{8A9E6A92-2E81-48E1-9315-D17A3CA9D307}" srcOrd="3" destOrd="0" presId="urn:microsoft.com/office/officeart/2018/2/layout/IconVerticalSolidList"/>
    <dgm:cxn modelId="{866431CE-9921-404C-BC89-F2CA4659BA74}" type="presParOf" srcId="{36F73D90-BE36-4EFA-BD2C-D09C9FD82CBF}" destId="{B97D825F-0196-450C-9097-D9640443C893}" srcOrd="11" destOrd="0" presId="urn:microsoft.com/office/officeart/2018/2/layout/IconVerticalSolidList"/>
    <dgm:cxn modelId="{C2B4A256-913B-4799-BA33-E4BCA0F1ECD3}" type="presParOf" srcId="{36F73D90-BE36-4EFA-BD2C-D09C9FD82CBF}" destId="{4B2E8788-CA25-460B-97FE-B26C4D573537}" srcOrd="12" destOrd="0" presId="urn:microsoft.com/office/officeart/2018/2/layout/IconVerticalSolidList"/>
    <dgm:cxn modelId="{907FB32C-79E4-43D7-8DD1-03318CE1E9FD}" type="presParOf" srcId="{4B2E8788-CA25-460B-97FE-B26C4D573537}" destId="{C6538158-EBDE-4AF1-85B9-D7C7C1B66F32}" srcOrd="0" destOrd="0" presId="urn:microsoft.com/office/officeart/2018/2/layout/IconVerticalSolidList"/>
    <dgm:cxn modelId="{9AE6F296-1E9C-4FC1-B0AE-B64E8D61C713}" type="presParOf" srcId="{4B2E8788-CA25-460B-97FE-B26C4D573537}" destId="{D39A4F5C-2EFB-45DC-B06F-545618E89722}" srcOrd="1" destOrd="0" presId="urn:microsoft.com/office/officeart/2018/2/layout/IconVerticalSolidList"/>
    <dgm:cxn modelId="{8B00EC1B-B7B0-450C-88CD-F5661E3978BB}" type="presParOf" srcId="{4B2E8788-CA25-460B-97FE-B26C4D573537}" destId="{4F67E979-BEC5-4F74-A9A2-C5679995F019}" srcOrd="2" destOrd="0" presId="urn:microsoft.com/office/officeart/2018/2/layout/IconVerticalSolidList"/>
    <dgm:cxn modelId="{3B295D02-5F5D-4A71-98F5-D495495EBBE5}" type="presParOf" srcId="{4B2E8788-CA25-460B-97FE-B26C4D573537}" destId="{6E36958F-6E73-4158-ADE1-858F8AAB70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5A18EC-8077-4CBE-BBB2-C2EF7A86E99C}">
      <dsp:nvSpPr>
        <dsp:cNvPr id="0" name=""/>
        <dsp:cNvSpPr/>
      </dsp:nvSpPr>
      <dsp:spPr>
        <a:xfrm>
          <a:off x="0" y="418"/>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D8298C-8DC4-451B-8846-9026E0DB6CFF}">
      <dsp:nvSpPr>
        <dsp:cNvPr id="0" name=""/>
        <dsp:cNvSpPr/>
      </dsp:nvSpPr>
      <dsp:spPr>
        <a:xfrm>
          <a:off x="174394" y="130133"/>
          <a:ext cx="317081" cy="3170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F43C21-7535-4672-8639-2BB42753A5A8}">
      <dsp:nvSpPr>
        <dsp:cNvPr id="0" name=""/>
        <dsp:cNvSpPr/>
      </dsp:nvSpPr>
      <dsp:spPr>
        <a:xfrm>
          <a:off x="665870" y="418"/>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b="1" kern="1200"/>
            <a:t>Short description of what CMCS does</a:t>
          </a:r>
          <a:endParaRPr lang="en-US" sz="1500" kern="1200"/>
        </a:p>
      </dsp:txBody>
      <dsp:txXfrm>
        <a:off x="665870" y="418"/>
        <a:ext cx="9986889" cy="576511"/>
      </dsp:txXfrm>
    </dsp:sp>
    <dsp:sp modelId="{A3CCE647-C60F-43C9-85E6-738148CF1679}">
      <dsp:nvSpPr>
        <dsp:cNvPr id="0" name=""/>
        <dsp:cNvSpPr/>
      </dsp:nvSpPr>
      <dsp:spPr>
        <a:xfrm>
          <a:off x="0" y="721057"/>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8E88FA-DCD5-46E9-A22F-0EF3815CEF3B}">
      <dsp:nvSpPr>
        <dsp:cNvPr id="0" name=""/>
        <dsp:cNvSpPr/>
      </dsp:nvSpPr>
      <dsp:spPr>
        <a:xfrm>
          <a:off x="174394" y="850773"/>
          <a:ext cx="317081" cy="3170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2E1604-D94A-4AB1-8EBE-C997EBAC6768}">
      <dsp:nvSpPr>
        <dsp:cNvPr id="0" name=""/>
        <dsp:cNvSpPr/>
      </dsp:nvSpPr>
      <dsp:spPr>
        <a:xfrm>
          <a:off x="665870" y="721057"/>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kern="1200"/>
            <a:t>The Contract Monthly Claim System (CMCS) is designed to help lecturers submit monthly teaching claims quickly and securely.</a:t>
          </a:r>
          <a:endParaRPr lang="en-US" sz="1500" kern="1200"/>
        </a:p>
      </dsp:txBody>
      <dsp:txXfrm>
        <a:off x="665870" y="721057"/>
        <a:ext cx="9986889" cy="576511"/>
      </dsp:txXfrm>
    </dsp:sp>
    <dsp:sp modelId="{6B214A54-E651-4F9D-9327-5C223DAC305C}">
      <dsp:nvSpPr>
        <dsp:cNvPr id="0" name=""/>
        <dsp:cNvSpPr/>
      </dsp:nvSpPr>
      <dsp:spPr>
        <a:xfrm>
          <a:off x="0" y="1441697"/>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7820D9-F545-4F4D-920F-ABA50430D7D7}">
      <dsp:nvSpPr>
        <dsp:cNvPr id="0" name=""/>
        <dsp:cNvSpPr/>
      </dsp:nvSpPr>
      <dsp:spPr>
        <a:xfrm>
          <a:off x="174394" y="1571412"/>
          <a:ext cx="317081" cy="3170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9F50E0-0CB4-49BA-8973-0F018B254CD6}">
      <dsp:nvSpPr>
        <dsp:cNvPr id="0" name=""/>
        <dsp:cNvSpPr/>
      </dsp:nvSpPr>
      <dsp:spPr>
        <a:xfrm>
          <a:off x="665870" y="1441697"/>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kern="1200"/>
            <a:t>HR can verify and manage lecturer claims.</a:t>
          </a:r>
          <a:endParaRPr lang="en-US" sz="1500" kern="1200"/>
        </a:p>
      </dsp:txBody>
      <dsp:txXfrm>
        <a:off x="665870" y="1441697"/>
        <a:ext cx="9986889" cy="576511"/>
      </dsp:txXfrm>
    </dsp:sp>
    <dsp:sp modelId="{57536153-0AB0-4B1F-BB89-CCDC258C9F28}">
      <dsp:nvSpPr>
        <dsp:cNvPr id="0" name=""/>
        <dsp:cNvSpPr/>
      </dsp:nvSpPr>
      <dsp:spPr>
        <a:xfrm>
          <a:off x="0" y="2162336"/>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8478C1-A6DE-44FB-9624-5CCBD9A47F3D}">
      <dsp:nvSpPr>
        <dsp:cNvPr id="0" name=""/>
        <dsp:cNvSpPr/>
      </dsp:nvSpPr>
      <dsp:spPr>
        <a:xfrm>
          <a:off x="174394" y="2292051"/>
          <a:ext cx="317081" cy="3170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38E960-F15A-42EA-8178-8D867D1CB5B5}">
      <dsp:nvSpPr>
        <dsp:cNvPr id="0" name=""/>
        <dsp:cNvSpPr/>
      </dsp:nvSpPr>
      <dsp:spPr>
        <a:xfrm>
          <a:off x="665870" y="2162336"/>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kern="1200"/>
            <a:t>Managers can approve claims and generate official PDF reports.</a:t>
          </a:r>
          <a:endParaRPr lang="en-US" sz="1500" kern="1200"/>
        </a:p>
      </dsp:txBody>
      <dsp:txXfrm>
        <a:off x="665870" y="2162336"/>
        <a:ext cx="9986889" cy="576511"/>
      </dsp:txXfrm>
    </dsp:sp>
    <dsp:sp modelId="{8CDD0C1E-8B53-4923-A303-0DD23EF78303}">
      <dsp:nvSpPr>
        <dsp:cNvPr id="0" name=""/>
        <dsp:cNvSpPr/>
      </dsp:nvSpPr>
      <dsp:spPr>
        <a:xfrm>
          <a:off x="0" y="2882975"/>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60C743-A4FC-43AF-AFB9-E948A4A4033C}">
      <dsp:nvSpPr>
        <dsp:cNvPr id="0" name=""/>
        <dsp:cNvSpPr/>
      </dsp:nvSpPr>
      <dsp:spPr>
        <a:xfrm>
          <a:off x="174394" y="3012690"/>
          <a:ext cx="317081" cy="31708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7A59FE-4671-49C7-B177-05B027D80019}">
      <dsp:nvSpPr>
        <dsp:cNvPr id="0" name=""/>
        <dsp:cNvSpPr/>
      </dsp:nvSpPr>
      <dsp:spPr>
        <a:xfrm>
          <a:off x="665870" y="2882975"/>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kern="1200"/>
            <a:t>The system uses ASP.NET MVC, SQL Server, and secure file handling.</a:t>
          </a:r>
          <a:endParaRPr lang="en-US" sz="1500" kern="1200"/>
        </a:p>
      </dsp:txBody>
      <dsp:txXfrm>
        <a:off x="665870" y="2882975"/>
        <a:ext cx="9986889" cy="576511"/>
      </dsp:txXfrm>
    </dsp:sp>
    <dsp:sp modelId="{7E0DA244-A46F-4204-A9C6-A6EAAE46B2C4}">
      <dsp:nvSpPr>
        <dsp:cNvPr id="0" name=""/>
        <dsp:cNvSpPr/>
      </dsp:nvSpPr>
      <dsp:spPr>
        <a:xfrm>
          <a:off x="0" y="3603614"/>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F6AE80-4AC6-498F-AF01-5F7E6ED37BA0}">
      <dsp:nvSpPr>
        <dsp:cNvPr id="0" name=""/>
        <dsp:cNvSpPr/>
      </dsp:nvSpPr>
      <dsp:spPr>
        <a:xfrm>
          <a:off x="174394" y="3733329"/>
          <a:ext cx="317081" cy="31708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9E6A92-2E81-48E1-9315-D17A3CA9D307}">
      <dsp:nvSpPr>
        <dsp:cNvPr id="0" name=""/>
        <dsp:cNvSpPr/>
      </dsp:nvSpPr>
      <dsp:spPr>
        <a:xfrm>
          <a:off x="665870" y="3603614"/>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b="1" kern="1200"/>
            <a:t>Why the system exists</a:t>
          </a:r>
          <a:endParaRPr lang="en-US" sz="1500" kern="1200"/>
        </a:p>
      </dsp:txBody>
      <dsp:txXfrm>
        <a:off x="665870" y="3603614"/>
        <a:ext cx="9986889" cy="576511"/>
      </dsp:txXfrm>
    </dsp:sp>
    <dsp:sp modelId="{C6538158-EBDE-4AF1-85B9-D7C7C1B66F32}">
      <dsp:nvSpPr>
        <dsp:cNvPr id="0" name=""/>
        <dsp:cNvSpPr/>
      </dsp:nvSpPr>
      <dsp:spPr>
        <a:xfrm>
          <a:off x="0" y="4324253"/>
          <a:ext cx="10652760" cy="57651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9A4F5C-2EFB-45DC-B06F-545618E89722}">
      <dsp:nvSpPr>
        <dsp:cNvPr id="0" name=""/>
        <dsp:cNvSpPr/>
      </dsp:nvSpPr>
      <dsp:spPr>
        <a:xfrm>
          <a:off x="174394" y="4453968"/>
          <a:ext cx="317081" cy="317081"/>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36958F-6E73-4158-ADE1-858F8AAB7062}">
      <dsp:nvSpPr>
        <dsp:cNvPr id="0" name=""/>
        <dsp:cNvSpPr/>
      </dsp:nvSpPr>
      <dsp:spPr>
        <a:xfrm>
          <a:off x="665870" y="4324253"/>
          <a:ext cx="9986889" cy="576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014" tIns="61014" rIns="61014" bIns="61014" numCol="1" spcCol="1270" anchor="ctr" anchorCtr="0">
          <a:noAutofit/>
        </a:bodyPr>
        <a:lstStyle/>
        <a:p>
          <a:pPr marL="0" lvl="0" indent="0" algn="l" defTabSz="666750">
            <a:lnSpc>
              <a:spcPct val="90000"/>
            </a:lnSpc>
            <a:spcBef>
              <a:spcPct val="0"/>
            </a:spcBef>
            <a:spcAft>
              <a:spcPct val="35000"/>
            </a:spcAft>
            <a:buNone/>
          </a:pPr>
          <a:r>
            <a:rPr lang="en-GB" sz="1500" kern="1200"/>
            <a:t>The system was developed to streamline and secure the lecturer claim submission and approval workflow.”</a:t>
          </a:r>
          <a:endParaRPr lang="en-US" sz="1500" kern="1200"/>
        </a:p>
      </dsp:txBody>
      <dsp:txXfrm>
        <a:off x="665870" y="4324253"/>
        <a:ext cx="9986889" cy="5765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hasCustomPrompt="1"/>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6CD91AB5-8D64-469B-81DF-A26B406D2B54}"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1359259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0796B54-ED46-4036-80F8-E8EFB102CB24}"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198808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64B5AC7-D387-41BC-BBB6-F6DD0E8CACDB}"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06527422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97718" cy="3739896"/>
          </a:xfrm>
        </p:spPr>
        <p:txBody>
          <a:bodyPr vert="horz" lIns="91440" tIns="45720" rIns="91440" bIns="45720" rtlCol="0" anchor="t">
            <a:normAutofit/>
          </a:bodyPr>
          <a:lstStyle>
            <a:lvl1pPr>
              <a:defRPr lang="en-US" sz="6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A0D73698-4765-4C7F-8C74-6EF048F95E94}"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hasCustomPrompt="1"/>
          </p:nvPr>
        </p:nvSpPr>
        <p:spPr>
          <a:xfrm>
            <a:off x="6720113" y="342900"/>
            <a:ext cx="5131133"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921562752"/>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9A3EA51-69C4-4090-B98A-31CA47A2E35E}"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85579935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vert="horz" lIns="91440" tIns="45720" rIns="91440" bIns="45720" rtlCol="0" anchor="t">
            <a:normAutofit/>
          </a:bodyPr>
          <a:lstStyle>
            <a:lvl1pPr>
              <a:defRPr lang="en-US" sz="9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6633933-AD95-42CF-A390-A7073FD506A1}"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422876063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D50E307-C64C-483A-9485-A61D01D72197}"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0757986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8BC36CA3-7064-4E52-B24E-E3CC37B36CB8}"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8891793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33F469A-9BA4-41D9-A358-7174319CB857}" type="datetime1">
              <a:rPr lang="en-US" smtClean="0"/>
              <a:t>11/21/2025</a:t>
            </a:fld>
            <a:endParaRPr lang="en-US"/>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71720751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98464" y="2423160"/>
            <a:ext cx="5486400" cy="3886200"/>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1BB0C55-2E11-4E7F-9EF8-868B07C6C42C}" type="datetime1">
              <a:rPr lang="en-US" smtClean="0"/>
              <a:t>11/21/2025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05692343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4" y="1012952"/>
            <a:ext cx="4023360" cy="1636776"/>
          </a:xfrm>
        </p:spPr>
        <p:txBody>
          <a:bodyPr anchor="b">
            <a:normAutofit/>
          </a:bodyPr>
          <a:lstStyle>
            <a:lvl1pPr>
              <a:defRPr sz="4800"/>
            </a:lvl1pPr>
          </a:lstStyle>
          <a:p>
            <a:r>
              <a:rPr lang="en-US" dirty="0"/>
              <a:t>Click to edit Master title style</a:t>
            </a:r>
          </a:p>
        </p:txBody>
      </p:sp>
      <p:sp>
        <p:nvSpPr>
          <p:cNvPr id="10" name="Picture Placeholder 8">
            <a:extLst>
              <a:ext uri="{FF2B5EF4-FFF2-40B4-BE49-F238E27FC236}">
                <a16:creationId xmlns:a16="http://schemas.microsoft.com/office/drawing/2014/main" id="{FE8E4848-C9F6-6844-AB1C-C4F0E8A472A1}"/>
              </a:ext>
            </a:extLst>
          </p:cNvPr>
          <p:cNvSpPr>
            <a:spLocks noGrp="1"/>
          </p:cNvSpPr>
          <p:nvPr>
            <p:ph type="pic" sz="quarter" idx="14" hasCustomPrompt="1"/>
          </p:nvPr>
        </p:nvSpPr>
        <p:spPr>
          <a:xfrm>
            <a:off x="342901" y="345109"/>
            <a:ext cx="6714969" cy="6163508"/>
          </a:xfrm>
          <a:custGeom>
            <a:avLst/>
            <a:gdLst>
              <a:gd name="connsiteX0" fmla="*/ 281857 w 6714969"/>
              <a:gd name="connsiteY0" fmla="*/ 0 h 6163508"/>
              <a:gd name="connsiteX1" fmla="*/ 6433112 w 6714969"/>
              <a:gd name="connsiteY1" fmla="*/ 0 h 6163508"/>
              <a:gd name="connsiteX2" fmla="*/ 6714969 w 6714969"/>
              <a:gd name="connsiteY2" fmla="*/ 281857 h 6163508"/>
              <a:gd name="connsiteX3" fmla="*/ 6714969 w 6714969"/>
              <a:gd name="connsiteY3" fmla="*/ 5881651 h 6163508"/>
              <a:gd name="connsiteX4" fmla="*/ 6433112 w 6714969"/>
              <a:gd name="connsiteY4" fmla="*/ 6163508 h 6163508"/>
              <a:gd name="connsiteX5" fmla="*/ 281857 w 6714969"/>
              <a:gd name="connsiteY5" fmla="*/ 6163508 h 6163508"/>
              <a:gd name="connsiteX6" fmla="*/ 0 w 6714969"/>
              <a:gd name="connsiteY6" fmla="*/ 5881651 h 6163508"/>
              <a:gd name="connsiteX7" fmla="*/ 0 w 6714969"/>
              <a:gd name="connsiteY7" fmla="*/ 281857 h 6163508"/>
              <a:gd name="connsiteX8" fmla="*/ 281857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281857" y="0"/>
                </a:moveTo>
                <a:lnTo>
                  <a:pt x="6433112" y="0"/>
                </a:lnTo>
                <a:cubicBezTo>
                  <a:pt x="6588777" y="0"/>
                  <a:pt x="6714969" y="126192"/>
                  <a:pt x="6714969" y="281857"/>
                </a:cubicBezTo>
                <a:lnTo>
                  <a:pt x="6714969" y="5881651"/>
                </a:lnTo>
                <a:cubicBezTo>
                  <a:pt x="6714969" y="6037316"/>
                  <a:pt x="6588777" y="6163508"/>
                  <a:pt x="6433112" y="6163508"/>
                </a:cubicBezTo>
                <a:lnTo>
                  <a:pt x="281857" y="6163508"/>
                </a:lnTo>
                <a:cubicBezTo>
                  <a:pt x="126192" y="6163508"/>
                  <a:pt x="0" y="6037316"/>
                  <a:pt x="0" y="5881651"/>
                </a:cubicBezTo>
                <a:lnTo>
                  <a:pt x="0" y="281857"/>
                </a:lnTo>
                <a:cubicBezTo>
                  <a:pt x="0" y="126192"/>
                  <a:pt x="126192" y="0"/>
                  <a:pt x="281857" y="0"/>
                </a:cubicBez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AC9FCAD-E19B-4A0F-866E-979EDEC4B525}" type="datetime1">
              <a:rPr lang="en-US" smtClean="0"/>
              <a:t>11/21/2025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6309719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79B4A14-E3E2-4038-B0C4-0EC5ECBDA17A}"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5441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2301396-E7F4-44BB-B3C1-CAADE8EE1BCB}"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88833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603B70-0873-4F91-B20E-188F8FCBC95A}"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040348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A211211-1BBF-43C8-98F1-415153382D43}"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797071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23C37F1-4FE0-40C5-A1CC-AC65E60D9E3F}"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97827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hasCustomPrompt="1"/>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0F37310-2C84-4F72-97F3-ED5E52F7A674}"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770214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ED7373D-8BEF-4D11-A85D-4ADD8461D8CF}" type="datetime1">
              <a:rPr lang="en-US" smtClean="0"/>
              <a:t>11/21/2025</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5715781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hasCustomPrompt="1"/>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04D0A65-74B1-4258-9347-517577BEF7B0}"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46703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3B00591-709C-49DC-8FE0-9F32B5969F72}" type="datetime1">
              <a:rPr lang="en-US" smtClean="0"/>
              <a:t>11/21/2025</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805303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3D0D37D-152B-44E6-AB8F-60E41FE679D7}"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0028814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93FD62D-5EED-4798-9EBA-B6E1A9B98072}" type="datetime1">
              <a:rPr lang="en-US" smtClean="0"/>
              <a:t>11/21/2025</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05776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CFE97D-4F8B-4270-9223-9617008B9FA3}"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0053700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E1B1D5C-1F84-4585-9043-549E87BD77AE}" type="datetime1">
              <a:rPr lang="en-US" smtClean="0"/>
              <a:t>11/21/2025</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0355613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1EB90F8-5A2D-4795-872B-662FE96339B2}"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3909400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A22F9C2-5647-4E58-BE9B-A16834D13FE3}"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211183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B124E6D-88B1-474F-9E7C-C29F02FACC38}"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399850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dirty="0"/>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hasCustomPrompt="1"/>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0D21C7E-4348-443E-B7C8-EE213DFF1CB1}" type="datetime1">
              <a:rPr lang="en-US" smtClean="0"/>
              <a:t>11/21/2025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1751943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hasCustomPrompt="1"/>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5E2BB8D-1BA0-4790-987D-651470CA8928}" type="datetime1">
              <a:rPr lang="en-US" smtClean="0"/>
              <a:t>11/21/2025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622270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hasCustomPrompt="1"/>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8CD4B21-9C97-4358-8E22-9F49A31BDF6B}" type="datetime1">
              <a:rPr lang="en-US" smtClean="0"/>
              <a:t>11/21/2025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2080390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hasCustomPrompt="1"/>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8FABC-5F70-4DE9-8A42-1DE3D93319BF}"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3134326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hasCustomPrompt="1"/>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732AAB-0859-49C5-9F81-D3744B520913}"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6806895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hasCustomPrompt="1"/>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73C0E27-EFA9-4706-B7B3-384BAC09CA5C}"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75900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400">
                <a:solidFill>
                  <a:schemeClr val="tx2">
                    <a:lumMod val="90000"/>
                    <a:lumOff val="10000"/>
                  </a:schemeClr>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44A38527-6BF7-45BD-8E9C-2BDCA53716A3}" type="datetime1">
              <a:rPr lang="en-US" smtClean="0"/>
              <a:t>11/21/2025</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24400027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AE2D2C4-0829-4B37-AFA9-97EED5EA275A}" type="datetime1">
              <a:rPr lang="en-US" smtClean="0"/>
              <a:t>11/21/2025</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1"/>
                </a:solidFill>
              </a:defRPr>
            </a:lvl1pPr>
          </a:lstStyle>
          <a:p>
            <a:pPr lvl="0"/>
            <a:r>
              <a:rPr lang="en-US" dirty="0"/>
              <a:t>##%</a:t>
            </a:r>
          </a:p>
        </p:txBody>
      </p:sp>
    </p:spTree>
    <p:extLst>
      <p:ext uri="{BB962C8B-B14F-4D97-AF65-F5344CB8AC3E}">
        <p14:creationId xmlns:p14="http://schemas.microsoft.com/office/powerpoint/2010/main" val="139365493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29768" y="4809744"/>
            <a:ext cx="5897880" cy="1353312"/>
          </a:xfrm>
        </p:spPr>
        <p:txBody>
          <a:bodyPr vert="horz" lIns="91440" tIns="45720" rIns="91440" bIns="45720" rtlCol="0" anchor="t">
            <a:normAutofit/>
          </a:bodyPr>
          <a:lstStyle>
            <a:lvl1pPr>
              <a:lnSpc>
                <a:spcPct val="120000"/>
              </a:lnSpc>
              <a:defRPr lang="en-US" sz="2800" dirty="0">
                <a:solidFill>
                  <a:schemeClr val="tx2">
                    <a:lumMod val="90000"/>
                    <a:lumOff val="10000"/>
                  </a:schemeClr>
                </a:solidFill>
              </a:defRPr>
            </a:lvl1pPr>
          </a:lstStyle>
          <a:p>
            <a:pPr lvl="0"/>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DE13353C-D70D-4D92-85A4-BE6E7FCC2830}" type="datetime1">
              <a:rPr lang="en-US" smtClean="0"/>
              <a:t>11/21/2025</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29768" y="603504"/>
            <a:ext cx="11201400" cy="4206240"/>
          </a:xfrm>
        </p:spPr>
        <p:txBody>
          <a:bodyPr vert="horz" lIns="91440" tIns="45720" rIns="91440" bIns="45720" rtlCol="0" anchor="b">
            <a:normAutofit/>
          </a:bodyPr>
          <a:lstStyle>
            <a:lvl1pPr marL="0" indent="0">
              <a:lnSpc>
                <a:spcPct val="90000"/>
              </a:lnSpc>
              <a:spcBef>
                <a:spcPts val="0"/>
              </a:spcBef>
              <a:buNone/>
              <a:defRPr lang="en-US" sz="27800" dirty="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11218629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67622C3-A8C0-4CE4-AFAA-25D23CB3242F}" type="datetime1">
              <a:rPr lang="en-US" smtClean="0"/>
              <a:t>11/21/2025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421540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B9B6EAC-4E38-4BC4-964B-55A6571A4EBF}" type="datetime1">
              <a:rPr lang="en-US" smtClean="0"/>
              <a:t>11/21/2025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6787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B2DDD8-66B1-484C-ABC1-3F6C2E131531}" type="datetime1">
              <a:rPr lang="en-US" smtClean="0"/>
              <a:t>11/21/2025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5591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36776" y="5276088"/>
            <a:ext cx="9061704" cy="466344"/>
          </a:xfrm>
        </p:spPr>
        <p:txBody>
          <a:bodyPr anchor="t">
            <a:normAutofit/>
          </a:bodyPr>
          <a:lstStyle>
            <a:lvl1pPr>
              <a:lnSpc>
                <a:spcPct val="120000"/>
              </a:lnSpc>
              <a:defRPr sz="2200" b="1">
                <a:solidFill>
                  <a:schemeClr val="tx2">
                    <a:lumMod val="75000"/>
                    <a:lumOff val="25000"/>
                  </a:schemeClr>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99616" y="1828800"/>
            <a:ext cx="9198864" cy="2871216"/>
          </a:xfrm>
        </p:spPr>
        <p:txBody>
          <a:bodyPr anchor="ctr">
            <a:normAutofit/>
          </a:bodyPr>
          <a:lstStyle>
            <a:lvl1pPr marL="137160" indent="-137160">
              <a:lnSpc>
                <a:spcPct val="100000"/>
              </a:lnSpc>
              <a:spcBef>
                <a:spcPts val="0"/>
              </a:spcBef>
              <a:buFont typeface="Arial" panose="020B0604020202020204" pitchFamily="34" charset="0"/>
              <a:buNone/>
              <a:defRPr sz="40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E66CBEC5-37D0-4E5C-8671-D7D2A06BE21B}" type="datetime1">
              <a:rPr lang="en-US" smtClean="0"/>
              <a:t>11/21/2025</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5141603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351F96B-ED98-BF55-D2B0-047000EF48E1}"/>
              </a:ext>
            </a:extLst>
          </p:cNvPr>
          <p:cNvSpPr/>
          <p:nvPr/>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55064" y="2093976"/>
            <a:ext cx="8695944" cy="2130552"/>
          </a:xfrm>
        </p:spPr>
        <p:txBody>
          <a:bodyPr anchor="ctr">
            <a:normAutofit/>
          </a:bodyPr>
          <a:lstStyle>
            <a:lvl1pPr marL="137160" indent="-137160">
              <a:lnSpc>
                <a:spcPct val="100000"/>
              </a:lnSpc>
              <a:spcBef>
                <a:spcPts val="0"/>
              </a:spcBef>
              <a:buFont typeface="Arial" panose="020B0604020202020204" pitchFamily="34" charset="0"/>
              <a:buNone/>
              <a:defRPr sz="36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246FC37-12B5-4EB9-BB05-B5E210E93FF0}" type="datetime1">
              <a:rPr lang="en-US" smtClean="0"/>
              <a:t>11/21/2025</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715114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450699"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438912"/>
            <a:ext cx="9619488" cy="4526280"/>
          </a:xfrm>
        </p:spPr>
        <p:txBody>
          <a:bodyPr anchor="ctr">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A710F6F3-6829-4CDD-B3A1-8F321E27194A}" type="datetime1">
              <a:rPr lang="en-US" smtClean="0"/>
              <a:t>11/21/2025</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74114863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148947"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179576"/>
            <a:ext cx="9317736" cy="3785616"/>
          </a:xfrm>
        </p:spPr>
        <p:txBody>
          <a:bodyPr anchor="b">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CA6652C-AA1E-4738-883B-0336FAAA5DB1}" type="datetime1">
              <a:rPr lang="en-US" smtClean="0"/>
              <a:t>11/21/2025</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271002819"/>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20F56A5-925A-45AB-8491-C696F304662B}"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8381240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F882B41-9B9A-4653-8E8E-9D57A4983847}" type="datetime1">
              <a:rPr lang="en-US" smtClean="0"/>
              <a:t>11/21/2025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5597654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6C80A14-C874-4C11-943E-4B7AAF73B997}" type="datetime1">
              <a:rPr lang="en-US" smtClean="0"/>
              <a:t>11/21/2025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56072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9A60914-BFFA-4E5B-B382-06A92C8508A8}" type="datetime1">
              <a:rPr lang="en-US" smtClean="0"/>
              <a:t>11/21/2025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8327949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5"/>
            <a:ext cx="3595634" cy="2212848"/>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823029"/>
            <a:ext cx="3309608" cy="3481355"/>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E6DEE75D-2E4A-469A-9092-8B43711F5315}" type="datetime1">
              <a:rPr lang="en-US" smtClean="0"/>
              <a:t>11/21/2025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368973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593592"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4502843" y="342901"/>
            <a:ext cx="7346258"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1E6FD38-01FF-4539-8A35-AB19E4D5C3A7}" type="datetime1">
              <a:rPr lang="en-US" smtClean="0"/>
              <a:t>11/21/2025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8268737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8C5BFC-EF85-4C2B-8809-2F9E7D76A143}"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36975916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48805FF-0F6F-4DB7-B5D6-9BF14E40F716}" type="datetime1">
              <a:rPr lang="en-US" smtClean="0"/>
              <a:t>11/21/2025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71743077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E9D380B3-E270-4064-8D13-292A875F6C31}" type="datetime1">
              <a:rPr lang="en-US" smtClean="0"/>
              <a:t>11/21/2025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83240482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BAC0E-46DE-D7A6-7806-F5D070D3ABF1}"/>
              </a:ext>
            </a:extLst>
          </p:cNvPr>
          <p:cNvSpPr>
            <a:spLocks noGrp="1"/>
          </p:cNvSpPr>
          <p:nvPr>
            <p:ph type="ctrTitle"/>
          </p:nvPr>
        </p:nvSpPr>
        <p:spPr>
          <a:xfrm>
            <a:off x="429768" y="5276088"/>
            <a:ext cx="11347704" cy="786384"/>
          </a:xfrm>
        </p:spPr>
        <p:txBody>
          <a:bodyPr anchor="b">
            <a:normAutofit/>
          </a:bodyPr>
          <a:lstStyle/>
          <a:p>
            <a:r>
              <a:rPr lang="en-ZA" dirty="0"/>
              <a:t>Teah Andrew ST10440926 </a:t>
            </a:r>
          </a:p>
        </p:txBody>
      </p:sp>
      <p:sp>
        <p:nvSpPr>
          <p:cNvPr id="3" name="Subtitle 2">
            <a:extLst>
              <a:ext uri="{FF2B5EF4-FFF2-40B4-BE49-F238E27FC236}">
                <a16:creationId xmlns:a16="http://schemas.microsoft.com/office/drawing/2014/main" id="{46CE7D0E-67A9-199C-EE17-D8B851B94FF1}"/>
              </a:ext>
            </a:extLst>
          </p:cNvPr>
          <p:cNvSpPr>
            <a:spLocks noGrp="1"/>
          </p:cNvSpPr>
          <p:nvPr>
            <p:ph type="subTitle" idx="1"/>
          </p:nvPr>
        </p:nvSpPr>
        <p:spPr>
          <a:xfrm>
            <a:off x="429768" y="5980176"/>
            <a:ext cx="11347704" cy="530352"/>
          </a:xfrm>
        </p:spPr>
        <p:txBody>
          <a:bodyPr>
            <a:normAutofit/>
          </a:bodyPr>
          <a:lstStyle/>
          <a:p>
            <a:r>
              <a:rPr lang="en-ZA" dirty="0"/>
              <a:t>CMCS APP</a:t>
            </a:r>
          </a:p>
        </p:txBody>
      </p:sp>
      <p:pic>
        <p:nvPicPr>
          <p:cNvPr id="5" name="Picture Placeholder 4">
            <a:extLst>
              <a:ext uri="{FF2B5EF4-FFF2-40B4-BE49-F238E27FC236}">
                <a16:creationId xmlns:a16="http://schemas.microsoft.com/office/drawing/2014/main" id="{66F37FA4-E91B-AEE5-7003-A9E4A9D7D48E}"/>
              </a:ext>
            </a:extLst>
          </p:cNvPr>
          <p:cNvPicPr>
            <a:picLocks noGrp="1" noChangeAspect="1"/>
          </p:cNvPicPr>
          <p:nvPr>
            <p:ph type="pic" sz="quarter" idx="13"/>
          </p:nvPr>
        </p:nvPicPr>
        <p:blipFill>
          <a:blip r:embed="rId2"/>
          <a:srcRect r="2" b="7949"/>
          <a:stretch>
            <a:fillRect/>
          </a:stretch>
        </p:blipFill>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noFill/>
        </p:spPr>
      </p:pic>
    </p:spTree>
    <p:extLst>
      <p:ext uri="{BB962C8B-B14F-4D97-AF65-F5344CB8AC3E}">
        <p14:creationId xmlns:p14="http://schemas.microsoft.com/office/powerpoint/2010/main" val="3399959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8FCA-3DE3-E1AE-D1EC-3C64AFE9FDC2}"/>
              </a:ext>
            </a:extLst>
          </p:cNvPr>
          <p:cNvSpPr>
            <a:spLocks noGrp="1"/>
          </p:cNvSpPr>
          <p:nvPr>
            <p:ph type="title"/>
          </p:nvPr>
        </p:nvSpPr>
        <p:spPr>
          <a:xfrm>
            <a:off x="429768" y="283464"/>
            <a:ext cx="10652760" cy="969264"/>
          </a:xfrm>
        </p:spPr>
        <p:txBody>
          <a:bodyPr anchor="b">
            <a:normAutofit/>
          </a:bodyPr>
          <a:lstStyle/>
          <a:p>
            <a:r>
              <a:rPr lang="en-ZA" dirty="0"/>
              <a:t>System Overview</a:t>
            </a:r>
          </a:p>
        </p:txBody>
      </p:sp>
      <p:graphicFrame>
        <p:nvGraphicFramePr>
          <p:cNvPr id="13" name="Content Placeholder 2">
            <a:extLst>
              <a:ext uri="{FF2B5EF4-FFF2-40B4-BE49-F238E27FC236}">
                <a16:creationId xmlns:a16="http://schemas.microsoft.com/office/drawing/2014/main" id="{897C6B5E-5094-8F42-30F1-55F56B41A394}"/>
              </a:ext>
            </a:extLst>
          </p:cNvPr>
          <p:cNvGraphicFramePr>
            <a:graphicFrameLocks noGrp="1"/>
          </p:cNvGraphicFramePr>
          <p:nvPr>
            <p:ph idx="1"/>
            <p:extLst>
              <p:ext uri="{D42A27DB-BD31-4B8C-83A1-F6EECF244321}">
                <p14:modId xmlns:p14="http://schemas.microsoft.com/office/powerpoint/2010/main" val="1103788490"/>
              </p:ext>
            </p:extLst>
          </p:nvPr>
        </p:nvGraphicFramePr>
        <p:xfrm>
          <a:off x="429768" y="1380744"/>
          <a:ext cx="10652760" cy="4901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0168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F556818-4A08-F905-F854-E0AF9322916B}"/>
              </a:ext>
            </a:extLst>
          </p:cNvPr>
          <p:cNvSpPr txBox="1"/>
          <p:nvPr/>
        </p:nvSpPr>
        <p:spPr>
          <a:xfrm>
            <a:off x="429768" y="640079"/>
            <a:ext cx="4032504" cy="4508117"/>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1500" b="0" kern="1200" dirty="0">
                <a:latin typeface="+mj-lt"/>
                <a:ea typeface="+mj-ea"/>
                <a:cs typeface="+mj-cs"/>
              </a:rPr>
              <a:t>This code demonstrates the login logic for </a:t>
            </a:r>
            <a:r>
              <a:rPr lang="en-ZA" sz="1600" dirty="0"/>
              <a:t>Login &amp; Role-Based Access </a:t>
            </a:r>
            <a:r>
              <a:rPr lang="en-US" sz="1500" b="0" kern="1200" dirty="0">
                <a:latin typeface="+mj-lt"/>
                <a:ea typeface="+mj-ea"/>
                <a:cs typeface="+mj-cs"/>
              </a:rPr>
              <a:t>the CMCS application.</a:t>
            </a:r>
            <a:br>
              <a:rPr lang="en-US" sz="1500" b="0" kern="1200" dirty="0">
                <a:latin typeface="+mj-lt"/>
                <a:ea typeface="+mj-ea"/>
                <a:cs typeface="+mj-cs"/>
              </a:rPr>
            </a:br>
            <a:r>
              <a:rPr lang="en-US" sz="1500" b="0" kern="1200" dirty="0">
                <a:latin typeface="+mj-lt"/>
                <a:ea typeface="+mj-ea"/>
                <a:cs typeface="+mj-cs"/>
              </a:rPr>
              <a:t>The system validates user input, checks the database for a matching user record and confirms the selected role (Lecturer, HR, Manager, or Coordinator). If the login is successful, the system stores the username and role inside the session and redirects the user to the correct dashboard based on their role.</a:t>
            </a:r>
            <a:br>
              <a:rPr lang="en-US" sz="1500" b="0" kern="1200" dirty="0">
                <a:latin typeface="+mj-lt"/>
                <a:ea typeface="+mj-ea"/>
                <a:cs typeface="+mj-cs"/>
              </a:rPr>
            </a:br>
            <a:r>
              <a:rPr lang="en-US" sz="1500" b="0" kern="1200" dirty="0">
                <a:latin typeface="+mj-lt"/>
                <a:ea typeface="+mj-ea"/>
                <a:cs typeface="+mj-cs"/>
              </a:rPr>
              <a:t>This ensures secure authentication and strict role-based navigation, in line with the project requirements.</a:t>
            </a:r>
          </a:p>
          <a:p>
            <a:pPr>
              <a:lnSpc>
                <a:spcPct val="90000"/>
              </a:lnSpc>
              <a:spcBef>
                <a:spcPct val="0"/>
              </a:spcBef>
              <a:spcAft>
                <a:spcPts val="600"/>
              </a:spcAft>
            </a:pPr>
            <a:endParaRPr lang="en-US" sz="1500" dirty="0">
              <a:latin typeface="+mj-lt"/>
              <a:ea typeface="+mj-ea"/>
              <a:cs typeface="+mj-cs"/>
            </a:endParaRPr>
          </a:p>
          <a:p>
            <a:pPr>
              <a:lnSpc>
                <a:spcPct val="90000"/>
              </a:lnSpc>
              <a:spcBef>
                <a:spcPct val="0"/>
              </a:spcBef>
              <a:spcAft>
                <a:spcPts val="600"/>
              </a:spcAft>
            </a:pPr>
            <a:endParaRPr lang="en-US" sz="1500" b="0" kern="1200" dirty="0">
              <a:latin typeface="+mj-lt"/>
              <a:ea typeface="+mj-ea"/>
              <a:cs typeface="+mj-cs"/>
            </a:endParaRPr>
          </a:p>
          <a:p>
            <a:pPr>
              <a:lnSpc>
                <a:spcPct val="90000"/>
              </a:lnSpc>
              <a:spcBef>
                <a:spcPct val="0"/>
              </a:spcBef>
              <a:spcAft>
                <a:spcPts val="600"/>
              </a:spcAft>
            </a:pPr>
            <a:endParaRPr lang="en-US" sz="2200" dirty="0">
              <a:latin typeface="+mj-lt"/>
              <a:ea typeface="+mj-ea"/>
              <a:cs typeface="+mj-cs"/>
            </a:endParaRPr>
          </a:p>
          <a:p>
            <a:pPr>
              <a:lnSpc>
                <a:spcPct val="90000"/>
              </a:lnSpc>
              <a:spcBef>
                <a:spcPct val="0"/>
              </a:spcBef>
              <a:spcAft>
                <a:spcPts val="600"/>
              </a:spcAft>
            </a:pPr>
            <a:r>
              <a:rPr lang="en-ZA" sz="2200" dirty="0"/>
              <a:t>Login &amp; Role-Based Access</a:t>
            </a:r>
            <a:endParaRPr lang="en-US" sz="2200" b="0" kern="1200" dirty="0">
              <a:latin typeface="+mj-lt"/>
              <a:ea typeface="+mj-ea"/>
              <a:cs typeface="+mj-cs"/>
            </a:endParaRPr>
          </a:p>
        </p:txBody>
      </p:sp>
      <p:pic>
        <p:nvPicPr>
          <p:cNvPr id="5" name="Content Placeholder 4">
            <a:extLst>
              <a:ext uri="{FF2B5EF4-FFF2-40B4-BE49-F238E27FC236}">
                <a16:creationId xmlns:a16="http://schemas.microsoft.com/office/drawing/2014/main" id="{448768B8-006B-72B2-CFB2-151E8EB70840}"/>
              </a:ext>
            </a:extLst>
          </p:cNvPr>
          <p:cNvPicPr>
            <a:picLocks noGrp="1" noChangeAspect="1"/>
          </p:cNvPicPr>
          <p:nvPr>
            <p:ph sz="quarter" idx="13"/>
          </p:nvPr>
        </p:nvPicPr>
        <p:blipFill>
          <a:blip r:embed="rId2"/>
          <a:stretch>
            <a:fillRect/>
          </a:stretch>
        </p:blipFill>
        <p:spPr>
          <a:xfrm>
            <a:off x="5524208" y="640080"/>
            <a:ext cx="5767399" cy="5724144"/>
          </a:xfrm>
          <a:prstGeom prst="rect">
            <a:avLst/>
          </a:prstGeom>
          <a:noFill/>
        </p:spPr>
      </p:pic>
    </p:spTree>
    <p:extLst>
      <p:ext uri="{BB962C8B-B14F-4D97-AF65-F5344CB8AC3E}">
        <p14:creationId xmlns:p14="http://schemas.microsoft.com/office/powerpoint/2010/main" val="43636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0503E-2DC9-51CB-B9A7-3BFFA4AD7AD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B71AE49-5B39-65C8-2F23-CBF3DA4D00D6}"/>
              </a:ext>
            </a:extLst>
          </p:cNvPr>
          <p:cNvSpPr txBox="1"/>
          <p:nvPr/>
        </p:nvSpPr>
        <p:spPr>
          <a:xfrm>
            <a:off x="429768" y="640080"/>
            <a:ext cx="4032504" cy="362102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GB" sz="1600" dirty="0"/>
              <a:t>This section of the </a:t>
            </a:r>
            <a:r>
              <a:rPr lang="en-GB" sz="1600" dirty="0" err="1"/>
              <a:t>LecturerController</a:t>
            </a:r>
            <a:r>
              <a:rPr lang="en-GB" sz="1600" dirty="0"/>
              <a:t> demonstrates how the system protects dashboard access using session-based authentication.</a:t>
            </a:r>
            <a:br>
              <a:rPr lang="en-GB" sz="1600" dirty="0"/>
            </a:br>
            <a:r>
              <a:rPr lang="en-GB" sz="1600" dirty="0"/>
              <a:t>When the lecturer attempts to access the dashboard, the controller checks whether a valid username exists inside the current session</a:t>
            </a:r>
            <a:endParaRPr lang="en-US" sz="1500" b="0" kern="1200" dirty="0">
              <a:latin typeface="+mj-lt"/>
              <a:ea typeface="+mj-ea"/>
              <a:cs typeface="+mj-cs"/>
            </a:endParaRPr>
          </a:p>
        </p:txBody>
      </p:sp>
      <p:sp>
        <p:nvSpPr>
          <p:cNvPr id="3" name="TextBox 2">
            <a:extLst>
              <a:ext uri="{FF2B5EF4-FFF2-40B4-BE49-F238E27FC236}">
                <a16:creationId xmlns:a16="http://schemas.microsoft.com/office/drawing/2014/main" id="{6A6D42D5-7FE6-8449-9F1D-8671A1F22FA2}"/>
              </a:ext>
            </a:extLst>
          </p:cNvPr>
          <p:cNvSpPr txBox="1"/>
          <p:nvPr/>
        </p:nvSpPr>
        <p:spPr>
          <a:xfrm>
            <a:off x="557220" y="4512594"/>
            <a:ext cx="7850687" cy="369332"/>
          </a:xfrm>
          <a:prstGeom prst="rect">
            <a:avLst/>
          </a:prstGeom>
          <a:noFill/>
        </p:spPr>
        <p:txBody>
          <a:bodyPr wrap="square">
            <a:spAutoFit/>
          </a:bodyPr>
          <a:lstStyle/>
          <a:p>
            <a:r>
              <a:rPr lang="en-ZA" dirty="0"/>
              <a:t>Session-Based Access Control</a:t>
            </a:r>
          </a:p>
        </p:txBody>
      </p:sp>
      <p:pic>
        <p:nvPicPr>
          <p:cNvPr id="11" name="Content Placeholder 10">
            <a:extLst>
              <a:ext uri="{FF2B5EF4-FFF2-40B4-BE49-F238E27FC236}">
                <a16:creationId xmlns:a16="http://schemas.microsoft.com/office/drawing/2014/main" id="{EA94AC90-F938-F7D7-CB7B-0334413DD076}"/>
              </a:ext>
            </a:extLst>
          </p:cNvPr>
          <p:cNvPicPr>
            <a:picLocks noGrp="1" noChangeAspect="1"/>
          </p:cNvPicPr>
          <p:nvPr>
            <p:ph sz="quarter" idx="13"/>
          </p:nvPr>
        </p:nvPicPr>
        <p:blipFill>
          <a:blip r:embed="rId2"/>
          <a:stretch>
            <a:fillRect/>
          </a:stretch>
        </p:blipFill>
        <p:spPr>
          <a:xfrm>
            <a:off x="4865680" y="958288"/>
            <a:ext cx="6769100" cy="4290117"/>
          </a:xfrm>
          <a:prstGeom prst="rect">
            <a:avLst/>
          </a:prstGeom>
        </p:spPr>
      </p:pic>
    </p:spTree>
    <p:extLst>
      <p:ext uri="{BB962C8B-B14F-4D97-AF65-F5344CB8AC3E}">
        <p14:creationId xmlns:p14="http://schemas.microsoft.com/office/powerpoint/2010/main" val="127100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DFD63-2F82-609A-285E-5C8BD6D44AB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5AA932E-AA63-C0C8-8E8A-20E9F86E470F}"/>
              </a:ext>
            </a:extLst>
          </p:cNvPr>
          <p:cNvSpPr txBox="1"/>
          <p:nvPr/>
        </p:nvSpPr>
        <p:spPr>
          <a:xfrm>
            <a:off x="429768" y="640080"/>
            <a:ext cx="4032504" cy="3621024"/>
          </a:xfrm>
          <a:prstGeom prst="rect">
            <a:avLst/>
          </a:prstGeom>
        </p:spPr>
        <p:txBody>
          <a:bodyPr vert="horz" lIns="91440" tIns="45720" rIns="91440" bIns="45720" rtlCol="0" anchor="t">
            <a:normAutofit/>
          </a:bodyPr>
          <a:lstStyle/>
          <a:p>
            <a:r>
              <a:rPr lang="en-GB" sz="1600" dirty="0"/>
              <a:t>This code shows how the CMCS system restricts access to the HR dashboard using session-based role validation. Before loading the HR interface, the controller checks whether the current session contains a valid user role equal to ‘HR’. If the role does not match, the user is immediately redirected back to the login page.</a:t>
            </a:r>
          </a:p>
          <a:p>
            <a:r>
              <a:rPr lang="en-GB" sz="1600" dirty="0"/>
              <a:t>This ensures that only authorized HR users can access sensitive HR functionalities such as managing users, viewing lecturer data, loading claims, and retrieving the standard hourly rate</a:t>
            </a:r>
          </a:p>
        </p:txBody>
      </p:sp>
      <p:sp>
        <p:nvSpPr>
          <p:cNvPr id="3" name="TextBox 2">
            <a:extLst>
              <a:ext uri="{FF2B5EF4-FFF2-40B4-BE49-F238E27FC236}">
                <a16:creationId xmlns:a16="http://schemas.microsoft.com/office/drawing/2014/main" id="{B55AF3D7-982C-78FB-049F-D2CA6C074B7E}"/>
              </a:ext>
            </a:extLst>
          </p:cNvPr>
          <p:cNvSpPr txBox="1"/>
          <p:nvPr/>
        </p:nvSpPr>
        <p:spPr>
          <a:xfrm>
            <a:off x="5164606" y="5699657"/>
            <a:ext cx="7850687" cy="400110"/>
          </a:xfrm>
          <a:prstGeom prst="rect">
            <a:avLst/>
          </a:prstGeom>
          <a:noFill/>
        </p:spPr>
        <p:txBody>
          <a:bodyPr wrap="square">
            <a:spAutoFit/>
          </a:bodyPr>
          <a:lstStyle/>
          <a:p>
            <a:r>
              <a:rPr lang="en-ZA" sz="2000" dirty="0" err="1"/>
              <a:t>HRController</a:t>
            </a:r>
            <a:r>
              <a:rPr lang="en-ZA" sz="2000" dirty="0"/>
              <a:t> → Index() session + role check</a:t>
            </a:r>
          </a:p>
        </p:txBody>
      </p:sp>
      <p:pic>
        <p:nvPicPr>
          <p:cNvPr id="5" name="Content Placeholder 4">
            <a:extLst>
              <a:ext uri="{FF2B5EF4-FFF2-40B4-BE49-F238E27FC236}">
                <a16:creationId xmlns:a16="http://schemas.microsoft.com/office/drawing/2014/main" id="{929B220A-3DFA-8D33-EE96-D21876062D3B}"/>
              </a:ext>
            </a:extLst>
          </p:cNvPr>
          <p:cNvPicPr>
            <a:picLocks noGrp="1" noChangeAspect="1"/>
          </p:cNvPicPr>
          <p:nvPr>
            <p:ph sz="quarter" idx="13"/>
          </p:nvPr>
        </p:nvPicPr>
        <p:blipFill>
          <a:blip r:embed="rId2"/>
          <a:stretch>
            <a:fillRect/>
          </a:stretch>
        </p:blipFill>
        <p:spPr>
          <a:xfrm>
            <a:off x="5320659" y="889350"/>
            <a:ext cx="5924550" cy="3781186"/>
          </a:xfrm>
          <a:prstGeom prst="rect">
            <a:avLst/>
          </a:prstGeom>
        </p:spPr>
      </p:pic>
    </p:spTree>
    <p:extLst>
      <p:ext uri="{BB962C8B-B14F-4D97-AF65-F5344CB8AC3E}">
        <p14:creationId xmlns:p14="http://schemas.microsoft.com/office/powerpoint/2010/main" val="68839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79A15-8328-B0CF-FB75-80E98EBEE55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E7DC7F3-238A-C9A5-23B9-26264F18E202}"/>
              </a:ext>
            </a:extLst>
          </p:cNvPr>
          <p:cNvSpPr txBox="1"/>
          <p:nvPr/>
        </p:nvSpPr>
        <p:spPr>
          <a:xfrm>
            <a:off x="429768" y="640080"/>
            <a:ext cx="4032504" cy="3621024"/>
          </a:xfrm>
          <a:prstGeom prst="rect">
            <a:avLst/>
          </a:prstGeom>
        </p:spPr>
        <p:txBody>
          <a:bodyPr vert="horz" lIns="91440" tIns="45720" rIns="91440" bIns="45720" rtlCol="0" anchor="t">
            <a:normAutofit/>
          </a:bodyPr>
          <a:lstStyle/>
          <a:p>
            <a:r>
              <a:rPr lang="en-GB" sz="1600" dirty="0"/>
              <a:t>This code shows how the CMCS system restricts access to the HR dashboard using session-based role validation. Before loading the HR interface, the controller checks whether the current session contains a valid user role equal to ‘HR’. If the role does not match, the user is immediately redirected back to the login page.</a:t>
            </a:r>
          </a:p>
          <a:p>
            <a:r>
              <a:rPr lang="en-GB" sz="1600" dirty="0"/>
              <a:t>This ensures that only authorized HR users can access sensitive HR functionalities such as managing users, viewing lecturer data, loading claims, and retrieving the standard hourly rate</a:t>
            </a:r>
          </a:p>
        </p:txBody>
      </p:sp>
      <p:sp>
        <p:nvSpPr>
          <p:cNvPr id="3" name="TextBox 2">
            <a:extLst>
              <a:ext uri="{FF2B5EF4-FFF2-40B4-BE49-F238E27FC236}">
                <a16:creationId xmlns:a16="http://schemas.microsoft.com/office/drawing/2014/main" id="{064C22A5-CC5B-1D56-5204-B382F8244C0E}"/>
              </a:ext>
            </a:extLst>
          </p:cNvPr>
          <p:cNvSpPr txBox="1"/>
          <p:nvPr/>
        </p:nvSpPr>
        <p:spPr>
          <a:xfrm>
            <a:off x="5164606" y="5699657"/>
            <a:ext cx="7850687" cy="400110"/>
          </a:xfrm>
          <a:prstGeom prst="rect">
            <a:avLst/>
          </a:prstGeom>
          <a:noFill/>
        </p:spPr>
        <p:txBody>
          <a:bodyPr wrap="square">
            <a:spAutoFit/>
          </a:bodyPr>
          <a:lstStyle/>
          <a:p>
            <a:r>
              <a:rPr lang="en-GB" sz="2000" b="1" dirty="0" err="1"/>
              <a:t>ManagerController</a:t>
            </a:r>
            <a:r>
              <a:rPr lang="en-GB" sz="2000" b="1" dirty="0"/>
              <a:t> → Index() session + role check</a:t>
            </a:r>
          </a:p>
        </p:txBody>
      </p:sp>
      <p:pic>
        <p:nvPicPr>
          <p:cNvPr id="8" name="Content Placeholder 7">
            <a:extLst>
              <a:ext uri="{FF2B5EF4-FFF2-40B4-BE49-F238E27FC236}">
                <a16:creationId xmlns:a16="http://schemas.microsoft.com/office/drawing/2014/main" id="{CF126070-B914-671A-C793-BB5C33B47B6F}"/>
              </a:ext>
            </a:extLst>
          </p:cNvPr>
          <p:cNvPicPr>
            <a:picLocks noGrp="1" noChangeAspect="1"/>
          </p:cNvPicPr>
          <p:nvPr>
            <p:ph sz="quarter" idx="13"/>
          </p:nvPr>
        </p:nvPicPr>
        <p:blipFill>
          <a:blip r:embed="rId2"/>
          <a:stretch>
            <a:fillRect/>
          </a:stretch>
        </p:blipFill>
        <p:spPr>
          <a:xfrm>
            <a:off x="5461348" y="890792"/>
            <a:ext cx="5290323" cy="2970202"/>
          </a:xfrm>
          <a:prstGeom prst="rect">
            <a:avLst/>
          </a:prstGeom>
        </p:spPr>
      </p:pic>
    </p:spTree>
    <p:extLst>
      <p:ext uri="{BB962C8B-B14F-4D97-AF65-F5344CB8AC3E}">
        <p14:creationId xmlns:p14="http://schemas.microsoft.com/office/powerpoint/2010/main" val="6562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4A37-66BF-2D10-BDAC-CA5871520B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564A8A-751B-5691-D830-C2F623F7355D}"/>
              </a:ext>
            </a:extLst>
          </p:cNvPr>
          <p:cNvSpPr txBox="1"/>
          <p:nvPr/>
        </p:nvSpPr>
        <p:spPr>
          <a:xfrm>
            <a:off x="442294" y="539872"/>
            <a:ext cx="4032504" cy="3621024"/>
          </a:xfrm>
          <a:prstGeom prst="rect">
            <a:avLst/>
          </a:prstGeom>
        </p:spPr>
        <p:txBody>
          <a:bodyPr vert="horz" lIns="91440" tIns="45720" rIns="91440" bIns="45720" rtlCol="0" anchor="t">
            <a:normAutofit/>
          </a:bodyPr>
          <a:lstStyle/>
          <a:p>
            <a:r>
              <a:rPr lang="en-GB" sz="1600" dirty="0"/>
              <a:t>Only logged-in lecturers can open the create claim form.</a:t>
            </a:r>
          </a:p>
        </p:txBody>
      </p:sp>
      <p:sp>
        <p:nvSpPr>
          <p:cNvPr id="3" name="TextBox 2">
            <a:extLst>
              <a:ext uri="{FF2B5EF4-FFF2-40B4-BE49-F238E27FC236}">
                <a16:creationId xmlns:a16="http://schemas.microsoft.com/office/drawing/2014/main" id="{6AFAA211-6B77-3C9A-0981-73E70079860F}"/>
              </a:ext>
            </a:extLst>
          </p:cNvPr>
          <p:cNvSpPr txBox="1"/>
          <p:nvPr/>
        </p:nvSpPr>
        <p:spPr>
          <a:xfrm>
            <a:off x="5164606" y="5699657"/>
            <a:ext cx="7850687" cy="400110"/>
          </a:xfrm>
          <a:prstGeom prst="rect">
            <a:avLst/>
          </a:prstGeom>
          <a:noFill/>
        </p:spPr>
        <p:txBody>
          <a:bodyPr wrap="square">
            <a:spAutoFit/>
          </a:bodyPr>
          <a:lstStyle/>
          <a:p>
            <a:r>
              <a:rPr lang="en-ZA" sz="2000" dirty="0"/>
              <a:t>Create GET method</a:t>
            </a:r>
            <a:endParaRPr lang="en-GB" sz="2000" b="1" dirty="0"/>
          </a:p>
        </p:txBody>
      </p:sp>
      <p:pic>
        <p:nvPicPr>
          <p:cNvPr id="6" name="Content Placeholder 5">
            <a:extLst>
              <a:ext uri="{FF2B5EF4-FFF2-40B4-BE49-F238E27FC236}">
                <a16:creationId xmlns:a16="http://schemas.microsoft.com/office/drawing/2014/main" id="{998CA5E2-4A9C-0CCF-D59B-D6B8D87105B5}"/>
              </a:ext>
            </a:extLst>
          </p:cNvPr>
          <p:cNvPicPr>
            <a:picLocks noGrp="1" noChangeAspect="1"/>
          </p:cNvPicPr>
          <p:nvPr>
            <p:ph sz="quarter" idx="13"/>
          </p:nvPr>
        </p:nvPicPr>
        <p:blipFill>
          <a:blip r:embed="rId2"/>
          <a:stretch>
            <a:fillRect/>
          </a:stretch>
        </p:blipFill>
        <p:spPr>
          <a:xfrm>
            <a:off x="5709770" y="329885"/>
            <a:ext cx="5296639" cy="4515480"/>
          </a:xfrm>
          <a:prstGeom prst="rect">
            <a:avLst/>
          </a:prstGeom>
        </p:spPr>
      </p:pic>
    </p:spTree>
    <p:extLst>
      <p:ext uri="{BB962C8B-B14F-4D97-AF65-F5344CB8AC3E}">
        <p14:creationId xmlns:p14="http://schemas.microsoft.com/office/powerpoint/2010/main" val="2143524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1A650-25C0-2C26-6C78-C3536951936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0845C-FCB8-04FA-00E5-E8EF3DEE9D63}"/>
              </a:ext>
            </a:extLst>
          </p:cNvPr>
          <p:cNvSpPr txBox="1"/>
          <p:nvPr/>
        </p:nvSpPr>
        <p:spPr>
          <a:xfrm>
            <a:off x="442294" y="539872"/>
            <a:ext cx="4032504" cy="3621024"/>
          </a:xfrm>
          <a:prstGeom prst="rect">
            <a:avLst/>
          </a:prstGeom>
        </p:spPr>
        <p:txBody>
          <a:bodyPr vert="horz" lIns="91440" tIns="45720" rIns="91440" bIns="45720" rtlCol="0" anchor="t">
            <a:normAutofit/>
          </a:bodyPr>
          <a:lstStyle/>
          <a:p>
            <a:r>
              <a:rPr lang="en-GB" sz="1600" dirty="0"/>
              <a:t>This controller method handles the lecturer’s submission of a new claim. The system first validates that the user is logged in using session checking. Once authenticated, the system validates the claim model and processes the uploaded supporting document.</a:t>
            </a:r>
          </a:p>
          <a:p>
            <a:r>
              <a:rPr lang="en-GB" sz="1600" dirty="0"/>
              <a:t>The claim is then linked to the logged-in lecturer, assigned a default status of </a:t>
            </a:r>
            <a:r>
              <a:rPr lang="en-GB" sz="1600" i="1" dirty="0"/>
              <a:t>Pending</a:t>
            </a:r>
            <a:r>
              <a:rPr lang="en-GB" sz="1600" dirty="0"/>
              <a:t>, timestamped, and stored in the SQL database. This ensures that all claim submissions are authenticated, validated, and securely saved for HR verification</a:t>
            </a:r>
          </a:p>
        </p:txBody>
      </p:sp>
      <p:sp>
        <p:nvSpPr>
          <p:cNvPr id="3" name="TextBox 2">
            <a:extLst>
              <a:ext uri="{FF2B5EF4-FFF2-40B4-BE49-F238E27FC236}">
                <a16:creationId xmlns:a16="http://schemas.microsoft.com/office/drawing/2014/main" id="{3CCD2BD2-4FB1-AB1A-6D59-C255130ACB81}"/>
              </a:ext>
            </a:extLst>
          </p:cNvPr>
          <p:cNvSpPr txBox="1"/>
          <p:nvPr/>
        </p:nvSpPr>
        <p:spPr>
          <a:xfrm>
            <a:off x="6191740" y="5624501"/>
            <a:ext cx="7850687" cy="400110"/>
          </a:xfrm>
          <a:prstGeom prst="rect">
            <a:avLst/>
          </a:prstGeom>
          <a:noFill/>
        </p:spPr>
        <p:txBody>
          <a:bodyPr wrap="square">
            <a:spAutoFit/>
          </a:bodyPr>
          <a:lstStyle/>
          <a:p>
            <a:r>
              <a:rPr lang="en-ZA" sz="2000" dirty="0"/>
              <a:t>Create POST method</a:t>
            </a:r>
            <a:endParaRPr lang="en-GB" sz="2000" b="1" dirty="0"/>
          </a:p>
        </p:txBody>
      </p:sp>
      <p:pic>
        <p:nvPicPr>
          <p:cNvPr id="10" name="Content Placeholder 9">
            <a:extLst>
              <a:ext uri="{FF2B5EF4-FFF2-40B4-BE49-F238E27FC236}">
                <a16:creationId xmlns:a16="http://schemas.microsoft.com/office/drawing/2014/main" id="{035A55DE-B17A-6284-2190-D6D7A6B2F125}"/>
              </a:ext>
            </a:extLst>
          </p:cNvPr>
          <p:cNvPicPr>
            <a:picLocks noGrp="1" noChangeAspect="1"/>
          </p:cNvPicPr>
          <p:nvPr>
            <p:ph sz="quarter" idx="13"/>
          </p:nvPr>
        </p:nvPicPr>
        <p:blipFill>
          <a:blip r:embed="rId2"/>
          <a:stretch>
            <a:fillRect/>
          </a:stretch>
        </p:blipFill>
        <p:spPr>
          <a:xfrm>
            <a:off x="4701194" y="363255"/>
            <a:ext cx="6692294" cy="4704941"/>
          </a:xfrm>
          <a:prstGeom prst="rect">
            <a:avLst/>
          </a:prstGeom>
        </p:spPr>
      </p:pic>
    </p:spTree>
    <p:extLst>
      <p:ext uri="{BB962C8B-B14F-4D97-AF65-F5344CB8AC3E}">
        <p14:creationId xmlns:p14="http://schemas.microsoft.com/office/powerpoint/2010/main" val="194902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EDBF-5EDA-DD11-9845-1853C5CF70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1630E7C-363D-6532-8AD6-6F7B4B8E30A6}"/>
              </a:ext>
            </a:extLst>
          </p:cNvPr>
          <p:cNvSpPr txBox="1"/>
          <p:nvPr/>
        </p:nvSpPr>
        <p:spPr>
          <a:xfrm>
            <a:off x="442294" y="539872"/>
            <a:ext cx="4032504" cy="4119810"/>
          </a:xfrm>
          <a:prstGeom prst="rect">
            <a:avLst/>
          </a:prstGeom>
        </p:spPr>
        <p:txBody>
          <a:bodyPr vert="horz" lIns="91440" tIns="45720" rIns="91440" bIns="45720" rtlCol="0" anchor="t">
            <a:normAutofit fontScale="92500" lnSpcReduction="10000"/>
          </a:bodyPr>
          <a:lstStyle/>
          <a:p>
            <a:r>
              <a:rPr lang="en-GB" sz="1600" dirty="0"/>
              <a:t>This section of the application is responsible for generating the official Contract Monthly Claim Report using the </a:t>
            </a:r>
            <a:r>
              <a:rPr lang="en-GB" sz="1600" dirty="0" err="1"/>
              <a:t>QuestPDF</a:t>
            </a:r>
            <a:r>
              <a:rPr lang="en-GB" sz="1600" dirty="0"/>
              <a:t> library. The system collects all approved claims for a selected lecturer and automatically calculates the total hours worked and the total amount payable.</a:t>
            </a:r>
          </a:p>
          <a:p>
            <a:r>
              <a:rPr lang="en-GB" sz="1600" dirty="0"/>
              <a:t>The report includes a professional header, lecturer details, a formatted table of approved claims, and automatically generated totals. </a:t>
            </a:r>
            <a:r>
              <a:rPr lang="en-GB" sz="1600" dirty="0" err="1"/>
              <a:t>QuestPDF</a:t>
            </a:r>
            <a:r>
              <a:rPr lang="en-GB" sz="1600" dirty="0"/>
              <a:t> is used to build the report programmatically with defined layout components such as headers, tables, content columns, and footers.</a:t>
            </a:r>
          </a:p>
          <a:p>
            <a:r>
              <a:rPr lang="en-GB" sz="1600" dirty="0"/>
              <a:t>Once the layout is complete, the method returns a fully generated PDF file, which HR and management can download for record-keeping and audit purposes</a:t>
            </a:r>
          </a:p>
        </p:txBody>
      </p:sp>
      <p:sp>
        <p:nvSpPr>
          <p:cNvPr id="3" name="TextBox 2">
            <a:extLst>
              <a:ext uri="{FF2B5EF4-FFF2-40B4-BE49-F238E27FC236}">
                <a16:creationId xmlns:a16="http://schemas.microsoft.com/office/drawing/2014/main" id="{B26B165F-2072-7C27-983C-DBEFA7582F5B}"/>
              </a:ext>
            </a:extLst>
          </p:cNvPr>
          <p:cNvSpPr txBox="1"/>
          <p:nvPr/>
        </p:nvSpPr>
        <p:spPr>
          <a:xfrm>
            <a:off x="6200382" y="5649553"/>
            <a:ext cx="7140586" cy="400110"/>
          </a:xfrm>
          <a:prstGeom prst="rect">
            <a:avLst/>
          </a:prstGeom>
          <a:noFill/>
        </p:spPr>
        <p:txBody>
          <a:bodyPr wrap="square">
            <a:spAutoFit/>
          </a:bodyPr>
          <a:lstStyle/>
          <a:p>
            <a:r>
              <a:rPr lang="en-ZA" sz="2000" dirty="0"/>
              <a:t>PDF Report Generation</a:t>
            </a:r>
            <a:endParaRPr lang="en-GB" sz="2000" b="1" dirty="0"/>
          </a:p>
        </p:txBody>
      </p:sp>
      <p:pic>
        <p:nvPicPr>
          <p:cNvPr id="6" name="Content Placeholder 5">
            <a:extLst>
              <a:ext uri="{FF2B5EF4-FFF2-40B4-BE49-F238E27FC236}">
                <a16:creationId xmlns:a16="http://schemas.microsoft.com/office/drawing/2014/main" id="{3CDDA688-020A-8ABC-04D9-CA0BE4A234FC}"/>
              </a:ext>
            </a:extLst>
          </p:cNvPr>
          <p:cNvPicPr>
            <a:picLocks noGrp="1" noChangeAspect="1"/>
          </p:cNvPicPr>
          <p:nvPr>
            <p:ph sz="quarter" idx="13"/>
          </p:nvPr>
        </p:nvPicPr>
        <p:blipFill>
          <a:blip r:embed="rId2"/>
          <a:stretch>
            <a:fillRect/>
          </a:stretch>
        </p:blipFill>
        <p:spPr>
          <a:xfrm>
            <a:off x="5422900" y="300624"/>
            <a:ext cx="6326806" cy="5098093"/>
          </a:xfrm>
          <a:prstGeom prst="rect">
            <a:avLst/>
          </a:prstGeom>
        </p:spPr>
      </p:pic>
    </p:spTree>
    <p:extLst>
      <p:ext uri="{BB962C8B-B14F-4D97-AF65-F5344CB8AC3E}">
        <p14:creationId xmlns:p14="http://schemas.microsoft.com/office/powerpoint/2010/main" val="3400617063"/>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docProps/app.xml><?xml version="1.0" encoding="utf-8"?>
<Properties xmlns="http://schemas.openxmlformats.org/officeDocument/2006/extended-properties" xmlns:vt="http://schemas.openxmlformats.org/officeDocument/2006/docPropsVTypes">
  <TotalTime>70</TotalTime>
  <Words>637</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Neue Haas Grotesk Text Pro</vt:lpstr>
      <vt:lpstr>Dune</vt:lpstr>
      <vt:lpstr>Teah Andrew ST10440926 </vt:lpstr>
      <vt:lpstr>System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Teah Andrew</dc:creator>
  <cp:lastModifiedBy>Teah Andrew</cp:lastModifiedBy>
  <cp:revision>2</cp:revision>
  <dcterms:created xsi:type="dcterms:W3CDTF">2025-11-21T14:04:41Z</dcterms:created>
  <dcterms:modified xsi:type="dcterms:W3CDTF">2025-11-21T15:15:05Z</dcterms:modified>
</cp:coreProperties>
</file>